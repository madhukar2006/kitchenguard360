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723795" y="1138428"/>
            <a:ext cx="564515" cy="7996555"/>
          </a:xfrm>
          <a:custGeom>
            <a:avLst/>
            <a:gdLst/>
            <a:ahLst/>
            <a:cxnLst/>
            <a:rect l="l" t="t" r="r" b="b"/>
            <a:pathLst>
              <a:path w="564515" h="7996555">
                <a:moveTo>
                  <a:pt x="564204" y="7996427"/>
                </a:moveTo>
                <a:lnTo>
                  <a:pt x="0" y="7996427"/>
                </a:lnTo>
                <a:lnTo>
                  <a:pt x="0" y="0"/>
                </a:lnTo>
                <a:lnTo>
                  <a:pt x="564204" y="0"/>
                </a:lnTo>
                <a:lnTo>
                  <a:pt x="564204" y="7996427"/>
                </a:lnTo>
                <a:close/>
              </a:path>
            </a:pathLst>
          </a:custGeom>
          <a:solidFill>
            <a:srgbClr val="C7C7C7">
              <a:alpha val="497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143000"/>
            <a:ext cx="13712825" cy="7999095"/>
          </a:xfrm>
          <a:custGeom>
            <a:avLst/>
            <a:gdLst/>
            <a:ahLst/>
            <a:cxnLst/>
            <a:rect l="l" t="t" r="r" b="b"/>
            <a:pathLst>
              <a:path w="13712825" h="7999095">
                <a:moveTo>
                  <a:pt x="13712427" y="7998916"/>
                </a:moveTo>
                <a:lnTo>
                  <a:pt x="0" y="7998916"/>
                </a:lnTo>
                <a:lnTo>
                  <a:pt x="0" y="0"/>
                </a:lnTo>
                <a:lnTo>
                  <a:pt x="13712427" y="0"/>
                </a:lnTo>
                <a:lnTo>
                  <a:pt x="13712427" y="7998916"/>
                </a:lnTo>
                <a:close/>
              </a:path>
            </a:pathLst>
          </a:custGeom>
          <a:solidFill>
            <a:srgbClr val="40B9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3905396" y="1143000"/>
            <a:ext cx="4382770" cy="8001000"/>
          </a:xfrm>
          <a:custGeom>
            <a:avLst/>
            <a:gdLst/>
            <a:ahLst/>
            <a:cxnLst/>
            <a:rect l="l" t="t" r="r" b="b"/>
            <a:pathLst>
              <a:path w="4382769" h="8001000">
                <a:moveTo>
                  <a:pt x="4382603" y="8000999"/>
                </a:moveTo>
                <a:lnTo>
                  <a:pt x="0" y="8000999"/>
                </a:lnTo>
                <a:lnTo>
                  <a:pt x="0" y="0"/>
                </a:lnTo>
                <a:lnTo>
                  <a:pt x="4382603" y="0"/>
                </a:lnTo>
                <a:lnTo>
                  <a:pt x="4382603" y="8000999"/>
                </a:lnTo>
                <a:close/>
              </a:path>
            </a:pathLst>
          </a:custGeom>
          <a:solidFill>
            <a:srgbClr val="C7C7C7">
              <a:alpha val="497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92071" y="4064513"/>
            <a:ext cx="7056755" cy="137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600" b="1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600" b="1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600" b="1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600" b="1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999963" y="1138426"/>
            <a:ext cx="288290" cy="7996555"/>
          </a:xfrm>
          <a:custGeom>
            <a:avLst/>
            <a:gdLst/>
            <a:ahLst/>
            <a:cxnLst/>
            <a:rect l="l" t="t" r="r" b="b"/>
            <a:pathLst>
              <a:path w="288290" h="7996555">
                <a:moveTo>
                  <a:pt x="288035" y="7996427"/>
                </a:moveTo>
                <a:lnTo>
                  <a:pt x="0" y="7996427"/>
                </a:lnTo>
                <a:lnTo>
                  <a:pt x="0" y="0"/>
                </a:lnTo>
                <a:lnTo>
                  <a:pt x="288035" y="0"/>
                </a:lnTo>
                <a:lnTo>
                  <a:pt x="288035" y="7996427"/>
                </a:lnTo>
                <a:close/>
              </a:path>
            </a:pathLst>
          </a:custGeom>
          <a:solidFill>
            <a:srgbClr val="C7C7C7">
              <a:alpha val="497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723795" y="1138428"/>
            <a:ext cx="564515" cy="7996555"/>
          </a:xfrm>
          <a:custGeom>
            <a:avLst/>
            <a:gdLst/>
            <a:ahLst/>
            <a:cxnLst/>
            <a:rect l="l" t="t" r="r" b="b"/>
            <a:pathLst>
              <a:path w="564515" h="7996555">
                <a:moveTo>
                  <a:pt x="564204" y="7996427"/>
                </a:moveTo>
                <a:lnTo>
                  <a:pt x="0" y="7996427"/>
                </a:lnTo>
                <a:lnTo>
                  <a:pt x="0" y="0"/>
                </a:lnTo>
                <a:lnTo>
                  <a:pt x="564204" y="0"/>
                </a:lnTo>
                <a:lnTo>
                  <a:pt x="564204" y="7996427"/>
                </a:lnTo>
                <a:close/>
              </a:path>
            </a:pathLst>
          </a:custGeom>
          <a:solidFill>
            <a:srgbClr val="C7C7C7">
              <a:alpha val="497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27387" y="4560819"/>
            <a:ext cx="4472940" cy="2099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600" b="1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997" y="90820"/>
            <a:ext cx="2736056" cy="9429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0204" y="0"/>
            <a:ext cx="1033795" cy="103379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75774" y="90820"/>
            <a:ext cx="2736056" cy="942974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850" spc="-605" b="0">
                <a:latin typeface="Century Gothic"/>
                <a:cs typeface="Century Gothic"/>
              </a:rPr>
              <a:t>Runtime</a:t>
            </a:r>
            <a:r>
              <a:rPr dirty="0" sz="8850" spc="-415" b="0">
                <a:latin typeface="Century Gothic"/>
                <a:cs typeface="Century Gothic"/>
              </a:rPr>
              <a:t> </a:t>
            </a:r>
            <a:r>
              <a:rPr dirty="0" sz="8850" spc="-120" b="0">
                <a:latin typeface="Century Gothic"/>
                <a:cs typeface="Century Gothic"/>
              </a:rPr>
              <a:t>Terror</a:t>
            </a:r>
            <a:endParaRPr sz="885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8765" y="7015911"/>
            <a:ext cx="8419465" cy="975994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 marR="5080">
              <a:lnSpc>
                <a:spcPts val="3529"/>
              </a:lnSpc>
              <a:spcBef>
                <a:spcPts val="575"/>
              </a:spcBef>
            </a:pPr>
            <a:r>
              <a:rPr dirty="0" sz="3300" spc="-380">
                <a:solidFill>
                  <a:srgbClr val="D9F1F5"/>
                </a:solidFill>
                <a:latin typeface="Century Gothic"/>
                <a:cs typeface="Century Gothic"/>
              </a:rPr>
              <a:t>COER</a:t>
            </a:r>
            <a:r>
              <a:rPr dirty="0" sz="3300" spc="-45">
                <a:solidFill>
                  <a:srgbClr val="D9F1F5"/>
                </a:solidFill>
                <a:latin typeface="Century Gothic"/>
                <a:cs typeface="Century Gothic"/>
              </a:rPr>
              <a:t> </a:t>
            </a:r>
            <a:r>
              <a:rPr dirty="0" sz="3300" spc="-50">
                <a:solidFill>
                  <a:srgbClr val="D9F1F5"/>
                </a:solidFill>
                <a:latin typeface="Century Gothic"/>
                <a:cs typeface="Century Gothic"/>
              </a:rPr>
              <a:t>University</a:t>
            </a:r>
            <a:r>
              <a:rPr dirty="0" sz="3300" spc="-105">
                <a:solidFill>
                  <a:srgbClr val="D9F1F5"/>
                </a:solidFill>
                <a:latin typeface="Century Gothic"/>
                <a:cs typeface="Century Gothic"/>
              </a:rPr>
              <a:t> </a:t>
            </a:r>
            <a:r>
              <a:rPr dirty="0" sz="3300" spc="-275">
                <a:solidFill>
                  <a:srgbClr val="D9F1F5"/>
                </a:solidFill>
                <a:latin typeface="Century Gothic"/>
                <a:cs typeface="Century Gothic"/>
              </a:rPr>
              <a:t>/</a:t>
            </a:r>
            <a:r>
              <a:rPr dirty="0" sz="3300" spc="-45">
                <a:solidFill>
                  <a:srgbClr val="D9F1F5"/>
                </a:solidFill>
                <a:latin typeface="Century Gothic"/>
                <a:cs typeface="Century Gothic"/>
              </a:rPr>
              <a:t> </a:t>
            </a:r>
            <a:r>
              <a:rPr dirty="0" sz="3300" spc="-305">
                <a:solidFill>
                  <a:srgbClr val="D9F1F5"/>
                </a:solidFill>
                <a:latin typeface="Century Gothic"/>
                <a:cs typeface="Century Gothic"/>
              </a:rPr>
              <a:t>College</a:t>
            </a:r>
            <a:r>
              <a:rPr dirty="0" sz="3300" spc="-45">
                <a:solidFill>
                  <a:srgbClr val="D9F1F5"/>
                </a:solidFill>
                <a:latin typeface="Century Gothic"/>
                <a:cs typeface="Century Gothic"/>
              </a:rPr>
              <a:t> </a:t>
            </a:r>
            <a:r>
              <a:rPr dirty="0" sz="3300" spc="-315">
                <a:solidFill>
                  <a:srgbClr val="D9F1F5"/>
                </a:solidFill>
                <a:latin typeface="Century Gothic"/>
                <a:cs typeface="Century Gothic"/>
              </a:rPr>
              <a:t>Of</a:t>
            </a:r>
            <a:r>
              <a:rPr dirty="0" sz="3300" spc="-45">
                <a:solidFill>
                  <a:srgbClr val="D9F1F5"/>
                </a:solidFill>
                <a:latin typeface="Century Gothic"/>
                <a:cs typeface="Century Gothic"/>
              </a:rPr>
              <a:t> </a:t>
            </a:r>
            <a:r>
              <a:rPr dirty="0" sz="3300" spc="-165">
                <a:solidFill>
                  <a:srgbClr val="D9F1F5"/>
                </a:solidFill>
                <a:latin typeface="Century Gothic"/>
                <a:cs typeface="Century Gothic"/>
              </a:rPr>
              <a:t>Smart</a:t>
            </a:r>
            <a:r>
              <a:rPr dirty="0" sz="3300" spc="-55">
                <a:solidFill>
                  <a:srgbClr val="D9F1F5"/>
                </a:solidFill>
                <a:latin typeface="Century Gothic"/>
                <a:cs typeface="Century Gothic"/>
              </a:rPr>
              <a:t> </a:t>
            </a:r>
            <a:r>
              <a:rPr dirty="0" sz="3300" spc="-330">
                <a:solidFill>
                  <a:srgbClr val="D9F1F5"/>
                </a:solidFill>
                <a:latin typeface="Century Gothic"/>
                <a:cs typeface="Century Gothic"/>
              </a:rPr>
              <a:t>Computing </a:t>
            </a:r>
            <a:r>
              <a:rPr dirty="0" sz="3300" spc="-180">
                <a:solidFill>
                  <a:srgbClr val="D9F1F5"/>
                </a:solidFill>
                <a:latin typeface="Century Gothic"/>
                <a:cs typeface="Century Gothic"/>
              </a:rPr>
              <a:t>Table</a:t>
            </a:r>
            <a:r>
              <a:rPr dirty="0" sz="3300" spc="-35">
                <a:solidFill>
                  <a:srgbClr val="D9F1F5"/>
                </a:solidFill>
                <a:latin typeface="Century Gothic"/>
                <a:cs typeface="Century Gothic"/>
              </a:rPr>
              <a:t> </a:t>
            </a:r>
            <a:r>
              <a:rPr dirty="0" sz="3300" spc="-285">
                <a:solidFill>
                  <a:srgbClr val="D9F1F5"/>
                </a:solidFill>
                <a:latin typeface="Century Gothic"/>
                <a:cs typeface="Century Gothic"/>
              </a:rPr>
              <a:t>No.</a:t>
            </a:r>
            <a:r>
              <a:rPr dirty="0" sz="3300" spc="-30">
                <a:solidFill>
                  <a:srgbClr val="D9F1F5"/>
                </a:solidFill>
                <a:latin typeface="Century Gothic"/>
                <a:cs typeface="Century Gothic"/>
              </a:rPr>
              <a:t> </a:t>
            </a:r>
            <a:r>
              <a:rPr dirty="0" sz="3300" spc="-245">
                <a:solidFill>
                  <a:srgbClr val="D9F1F5"/>
                </a:solidFill>
                <a:latin typeface="Century Gothic"/>
                <a:cs typeface="Century Gothic"/>
              </a:rPr>
              <a:t>CB-</a:t>
            </a:r>
            <a:r>
              <a:rPr dirty="0" sz="3300" spc="-50">
                <a:solidFill>
                  <a:srgbClr val="D9F1F5"/>
                </a:solidFill>
                <a:latin typeface="Century Gothic"/>
                <a:cs typeface="Century Gothic"/>
              </a:rPr>
              <a:t>3</a:t>
            </a:r>
            <a:endParaRPr sz="33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" y="731617"/>
            <a:ext cx="5165725" cy="8809355"/>
          </a:xfrm>
          <a:prstGeom prst="rect"/>
          <a:solidFill>
            <a:srgbClr val="40B9D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5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35"/>
              </a:spcBef>
            </a:pPr>
            <a:endParaRPr sz="5400">
              <a:latin typeface="Times New Roman"/>
              <a:cs typeface="Times New Roman"/>
            </a:endParaRPr>
          </a:p>
          <a:p>
            <a:pPr marL="379095" marR="940435">
              <a:lnSpc>
                <a:spcPts val="5780"/>
              </a:lnSpc>
            </a:pPr>
            <a:r>
              <a:rPr dirty="0" sz="5400" spc="-445" b="0">
                <a:latin typeface="Century Gothic"/>
                <a:cs typeface="Century Gothic"/>
              </a:rPr>
              <a:t>Problem </a:t>
            </a:r>
            <a:r>
              <a:rPr dirty="0" sz="5400" spc="-480" b="0">
                <a:latin typeface="Century Gothic"/>
                <a:cs typeface="Century Gothic"/>
              </a:rPr>
              <a:t>Statement</a:t>
            </a:r>
            <a:r>
              <a:rPr dirty="0" sz="5400" spc="-220" b="0">
                <a:latin typeface="Century Gothic"/>
                <a:cs typeface="Century Gothic"/>
              </a:rPr>
              <a:t> </a:t>
            </a:r>
            <a:r>
              <a:rPr dirty="0" sz="5400" spc="-25" b="0">
                <a:latin typeface="Century Gothic"/>
                <a:cs typeface="Century Gothic"/>
              </a:rPr>
              <a:t>:-</a:t>
            </a:r>
            <a:r>
              <a:rPr dirty="0" sz="5400" spc="-570" b="0">
                <a:latin typeface="Century Gothic"/>
                <a:cs typeface="Century Gothic"/>
              </a:rPr>
              <a:t>KitchenGuard </a:t>
            </a:r>
            <a:r>
              <a:rPr dirty="0" sz="5400" spc="-25" b="0">
                <a:latin typeface="Century Gothic"/>
                <a:cs typeface="Century Gothic"/>
              </a:rPr>
              <a:t>360</a:t>
            </a:r>
            <a:endParaRPr sz="5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5704" y="703867"/>
            <a:ext cx="10473055" cy="288861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ctr" marL="12700" marR="5080">
              <a:lnSpc>
                <a:spcPts val="2770"/>
              </a:lnSpc>
              <a:spcBef>
                <a:spcPts val="480"/>
              </a:spcBef>
            </a:pPr>
            <a:r>
              <a:rPr dirty="0" sz="2600" spc="-310">
                <a:latin typeface="Century Gothic"/>
                <a:cs typeface="Century Gothic"/>
              </a:rPr>
              <a:t>Commercial</a:t>
            </a:r>
            <a:r>
              <a:rPr dirty="0" sz="2600" spc="-95">
                <a:latin typeface="Century Gothic"/>
                <a:cs typeface="Century Gothic"/>
              </a:rPr>
              <a:t> </a:t>
            </a:r>
            <a:r>
              <a:rPr dirty="0" sz="2600" spc="-180">
                <a:latin typeface="Century Gothic"/>
                <a:cs typeface="Century Gothic"/>
              </a:rPr>
              <a:t>kitchens</a:t>
            </a:r>
            <a:r>
              <a:rPr dirty="0" sz="2600" spc="-90">
                <a:latin typeface="Century Gothic"/>
                <a:cs typeface="Century Gothic"/>
              </a:rPr>
              <a:t> </a:t>
            </a:r>
            <a:r>
              <a:rPr dirty="0" sz="2600" spc="-400">
                <a:latin typeface="Century Gothic"/>
                <a:cs typeface="Century Gothic"/>
              </a:rPr>
              <a:t>face</a:t>
            </a:r>
            <a:r>
              <a:rPr dirty="0" sz="2600" spc="-90">
                <a:latin typeface="Century Gothic"/>
                <a:cs typeface="Century Gothic"/>
              </a:rPr>
              <a:t> </a:t>
            </a:r>
            <a:r>
              <a:rPr dirty="0" sz="2600" spc="-215">
                <a:latin typeface="Century Gothic"/>
                <a:cs typeface="Century Gothic"/>
              </a:rPr>
              <a:t>safety</a:t>
            </a:r>
            <a:r>
              <a:rPr dirty="0" sz="2600" spc="-190">
                <a:latin typeface="Century Gothic"/>
                <a:cs typeface="Century Gothic"/>
              </a:rPr>
              <a:t> </a:t>
            </a:r>
            <a:r>
              <a:rPr dirty="0" sz="2600">
                <a:latin typeface="Century Gothic"/>
                <a:cs typeface="Century Gothic"/>
              </a:rPr>
              <a:t>risks</a:t>
            </a:r>
            <a:r>
              <a:rPr dirty="0" sz="2600" spc="-90">
                <a:latin typeface="Century Gothic"/>
                <a:cs typeface="Century Gothic"/>
              </a:rPr>
              <a:t> </a:t>
            </a:r>
            <a:r>
              <a:rPr dirty="0" sz="2600" spc="-245">
                <a:latin typeface="Century Gothic"/>
                <a:cs typeface="Century Gothic"/>
              </a:rPr>
              <a:t>such</a:t>
            </a:r>
            <a:r>
              <a:rPr dirty="0" sz="2600" spc="-90">
                <a:latin typeface="Century Gothic"/>
                <a:cs typeface="Century Gothic"/>
              </a:rPr>
              <a:t> </a:t>
            </a:r>
            <a:r>
              <a:rPr dirty="0" sz="2600" spc="-240">
                <a:latin typeface="Century Gothic"/>
                <a:cs typeface="Century Gothic"/>
              </a:rPr>
              <a:t>as</a:t>
            </a:r>
            <a:r>
              <a:rPr dirty="0" sz="2600" spc="-90">
                <a:latin typeface="Century Gothic"/>
                <a:cs typeface="Century Gothic"/>
              </a:rPr>
              <a:t> </a:t>
            </a:r>
            <a:r>
              <a:rPr dirty="0" sz="2600" spc="-260">
                <a:latin typeface="Century Gothic"/>
                <a:cs typeface="Century Gothic"/>
              </a:rPr>
              <a:t>LPG</a:t>
            </a:r>
            <a:r>
              <a:rPr dirty="0" sz="2600" spc="-90">
                <a:latin typeface="Century Gothic"/>
                <a:cs typeface="Century Gothic"/>
              </a:rPr>
              <a:t> </a:t>
            </a:r>
            <a:r>
              <a:rPr dirty="0" sz="2600" spc="-295">
                <a:latin typeface="Century Gothic"/>
                <a:cs typeface="Century Gothic"/>
              </a:rPr>
              <a:t>gas</a:t>
            </a:r>
            <a:r>
              <a:rPr dirty="0" sz="2600" spc="-90">
                <a:latin typeface="Century Gothic"/>
                <a:cs typeface="Century Gothic"/>
              </a:rPr>
              <a:t> </a:t>
            </a:r>
            <a:r>
              <a:rPr dirty="0" sz="2600" spc="-305">
                <a:latin typeface="Century Gothic"/>
                <a:cs typeface="Century Gothic"/>
              </a:rPr>
              <a:t>leakage, </a:t>
            </a:r>
            <a:r>
              <a:rPr dirty="0" sz="2600" spc="-65">
                <a:latin typeface="Century Gothic"/>
                <a:cs typeface="Century Gothic"/>
              </a:rPr>
              <a:t>fire</a:t>
            </a:r>
            <a:r>
              <a:rPr dirty="0" sz="2600" spc="-90">
                <a:latin typeface="Century Gothic"/>
                <a:cs typeface="Century Gothic"/>
              </a:rPr>
              <a:t> </a:t>
            </a:r>
            <a:r>
              <a:rPr dirty="0" sz="2600" spc="-180">
                <a:latin typeface="Century Gothic"/>
                <a:cs typeface="Century Gothic"/>
              </a:rPr>
              <a:t>outbreaks, </a:t>
            </a:r>
            <a:r>
              <a:rPr dirty="0" sz="2600" spc="-250">
                <a:latin typeface="Century Gothic"/>
                <a:cs typeface="Century Gothic"/>
              </a:rPr>
              <a:t>smoke,</a:t>
            </a:r>
            <a:r>
              <a:rPr dirty="0" sz="2600" spc="-305">
                <a:latin typeface="Century Gothic"/>
                <a:cs typeface="Century Gothic"/>
              </a:rPr>
              <a:t> </a:t>
            </a:r>
            <a:r>
              <a:rPr dirty="0" sz="2600" spc="-390">
                <a:latin typeface="Century Gothic"/>
                <a:cs typeface="Century Gothic"/>
              </a:rPr>
              <a:t>and</a:t>
            </a:r>
            <a:r>
              <a:rPr dirty="0" sz="2600" spc="-90">
                <a:latin typeface="Century Gothic"/>
                <a:cs typeface="Century Gothic"/>
              </a:rPr>
              <a:t> </a:t>
            </a:r>
            <a:r>
              <a:rPr dirty="0" sz="2600" spc="-280">
                <a:latin typeface="Century Gothic"/>
                <a:cs typeface="Century Gothic"/>
              </a:rPr>
              <a:t>abnormal</a:t>
            </a:r>
            <a:r>
              <a:rPr dirty="0" sz="2600" spc="-90">
                <a:latin typeface="Century Gothic"/>
                <a:cs typeface="Century Gothic"/>
              </a:rPr>
              <a:t> </a:t>
            </a:r>
            <a:r>
              <a:rPr dirty="0" sz="2600" spc="-260">
                <a:latin typeface="Century Gothic"/>
                <a:cs typeface="Century Gothic"/>
              </a:rPr>
              <a:t>temperature</a:t>
            </a:r>
            <a:r>
              <a:rPr dirty="0" sz="2600" spc="-90">
                <a:latin typeface="Century Gothic"/>
                <a:cs typeface="Century Gothic"/>
              </a:rPr>
              <a:t> </a:t>
            </a:r>
            <a:r>
              <a:rPr dirty="0" sz="2600" spc="-220">
                <a:latin typeface="Century Gothic"/>
                <a:cs typeface="Century Gothic"/>
              </a:rPr>
              <a:t>increases.</a:t>
            </a:r>
            <a:r>
              <a:rPr dirty="0" sz="2600" spc="-390">
                <a:latin typeface="Century Gothic"/>
                <a:cs typeface="Century Gothic"/>
              </a:rPr>
              <a:t> </a:t>
            </a:r>
            <a:r>
              <a:rPr dirty="0" sz="2600" spc="-155">
                <a:latin typeface="Century Gothic"/>
                <a:cs typeface="Century Gothic"/>
              </a:rPr>
              <a:t>Traditional</a:t>
            </a:r>
            <a:r>
              <a:rPr dirty="0" sz="2600" spc="-85">
                <a:latin typeface="Century Gothic"/>
                <a:cs typeface="Century Gothic"/>
              </a:rPr>
              <a:t> </a:t>
            </a:r>
            <a:r>
              <a:rPr dirty="0" sz="2600" spc="-215">
                <a:latin typeface="Century Gothic"/>
                <a:cs typeface="Century Gothic"/>
              </a:rPr>
              <a:t>safety</a:t>
            </a:r>
            <a:r>
              <a:rPr dirty="0" sz="2600" spc="-190">
                <a:latin typeface="Century Gothic"/>
                <a:cs typeface="Century Gothic"/>
              </a:rPr>
              <a:t> </a:t>
            </a:r>
            <a:r>
              <a:rPr dirty="0" sz="2600" spc="-260">
                <a:latin typeface="Century Gothic"/>
                <a:cs typeface="Century Gothic"/>
              </a:rPr>
              <a:t>methods</a:t>
            </a:r>
            <a:r>
              <a:rPr dirty="0" sz="2600" spc="-90">
                <a:latin typeface="Century Gothic"/>
                <a:cs typeface="Century Gothic"/>
              </a:rPr>
              <a:t> </a:t>
            </a:r>
            <a:r>
              <a:rPr dirty="0" sz="2600" spc="-405">
                <a:latin typeface="Century Gothic"/>
                <a:cs typeface="Century Gothic"/>
              </a:rPr>
              <a:t>may </a:t>
            </a:r>
            <a:r>
              <a:rPr dirty="0" sz="2600" spc="-204">
                <a:latin typeface="Century Gothic"/>
                <a:cs typeface="Century Gothic"/>
              </a:rPr>
              <a:t>not</a:t>
            </a:r>
            <a:r>
              <a:rPr dirty="0" sz="2600" spc="-65">
                <a:latin typeface="Century Gothic"/>
                <a:cs typeface="Century Gothic"/>
              </a:rPr>
              <a:t> </a:t>
            </a:r>
            <a:r>
              <a:rPr dirty="0" sz="2600" spc="-245">
                <a:latin typeface="Century Gothic"/>
                <a:cs typeface="Century Gothic"/>
              </a:rPr>
              <a:t>provide</a:t>
            </a:r>
            <a:r>
              <a:rPr dirty="0" sz="2600" spc="-65">
                <a:latin typeface="Century Gothic"/>
                <a:cs typeface="Century Gothic"/>
              </a:rPr>
              <a:t> </a:t>
            </a:r>
            <a:r>
              <a:rPr dirty="0" sz="2600" spc="-225">
                <a:latin typeface="Century Gothic"/>
                <a:cs typeface="Century Gothic"/>
              </a:rPr>
              <a:t>continuous</a:t>
            </a:r>
            <a:r>
              <a:rPr dirty="0" sz="2600" spc="-65">
                <a:latin typeface="Century Gothic"/>
                <a:cs typeface="Century Gothic"/>
              </a:rPr>
              <a:t> </a:t>
            </a:r>
            <a:r>
              <a:rPr dirty="0" sz="2600" spc="-185">
                <a:latin typeface="Century Gothic"/>
                <a:cs typeface="Century Gothic"/>
              </a:rPr>
              <a:t>monitoring</a:t>
            </a:r>
            <a:r>
              <a:rPr dirty="0" sz="2600" spc="-65">
                <a:latin typeface="Century Gothic"/>
                <a:cs typeface="Century Gothic"/>
              </a:rPr>
              <a:t> </a:t>
            </a:r>
            <a:r>
              <a:rPr dirty="0" sz="2600" spc="-145">
                <a:latin typeface="Century Gothic"/>
                <a:cs typeface="Century Gothic"/>
              </a:rPr>
              <a:t>or</a:t>
            </a:r>
            <a:r>
              <a:rPr dirty="0" sz="2600" spc="-65">
                <a:latin typeface="Century Gothic"/>
                <a:cs typeface="Century Gothic"/>
              </a:rPr>
              <a:t> </a:t>
            </a:r>
            <a:r>
              <a:rPr dirty="0" sz="2600" spc="-135">
                <a:latin typeface="Century Gothic"/>
                <a:cs typeface="Century Gothic"/>
              </a:rPr>
              <a:t>timely</a:t>
            </a:r>
            <a:r>
              <a:rPr dirty="0" sz="2600" spc="-165">
                <a:latin typeface="Century Gothic"/>
                <a:cs typeface="Century Gothic"/>
              </a:rPr>
              <a:t> </a:t>
            </a:r>
            <a:r>
              <a:rPr dirty="0" sz="2600" spc="-125">
                <a:latin typeface="Century Gothic"/>
                <a:cs typeface="Century Gothic"/>
              </a:rPr>
              <a:t>alerts,</a:t>
            </a:r>
            <a:r>
              <a:rPr dirty="0" sz="2600" spc="-290">
                <a:latin typeface="Century Gothic"/>
                <a:cs typeface="Century Gothic"/>
              </a:rPr>
              <a:t> </a:t>
            </a:r>
            <a:r>
              <a:rPr dirty="0" sz="2600" spc="-175">
                <a:latin typeface="Century Gothic"/>
                <a:cs typeface="Century Gothic"/>
              </a:rPr>
              <a:t>potentially</a:t>
            </a:r>
            <a:r>
              <a:rPr dirty="0" sz="2600" spc="-165">
                <a:latin typeface="Century Gothic"/>
                <a:cs typeface="Century Gothic"/>
              </a:rPr>
              <a:t> </a:t>
            </a:r>
            <a:r>
              <a:rPr dirty="0" sz="2600" spc="-70">
                <a:latin typeface="Century Gothic"/>
                <a:cs typeface="Century Gothic"/>
              </a:rPr>
              <a:t>delaying </a:t>
            </a:r>
            <a:r>
              <a:rPr dirty="0" sz="2600" spc="-340">
                <a:latin typeface="Century Gothic"/>
                <a:cs typeface="Century Gothic"/>
              </a:rPr>
              <a:t>emergency</a:t>
            </a:r>
            <a:r>
              <a:rPr dirty="0" sz="2600" spc="-204">
                <a:latin typeface="Century Gothic"/>
                <a:cs typeface="Century Gothic"/>
              </a:rPr>
              <a:t> </a:t>
            </a:r>
            <a:r>
              <a:rPr dirty="0" sz="2600" spc="-195">
                <a:latin typeface="Century Gothic"/>
                <a:cs typeface="Century Gothic"/>
              </a:rPr>
              <a:t>responses.</a:t>
            </a:r>
            <a:r>
              <a:rPr dirty="0" sz="2600" spc="-310">
                <a:latin typeface="Century Gothic"/>
                <a:cs typeface="Century Gothic"/>
              </a:rPr>
              <a:t> </a:t>
            </a:r>
            <a:r>
              <a:rPr dirty="0" sz="2600" spc="-275">
                <a:latin typeface="Century Gothic"/>
                <a:cs typeface="Century Gothic"/>
              </a:rPr>
              <a:t>KitchenGuard</a:t>
            </a:r>
            <a:r>
              <a:rPr dirty="0" sz="2600" spc="-105">
                <a:latin typeface="Century Gothic"/>
                <a:cs typeface="Century Gothic"/>
              </a:rPr>
              <a:t> </a:t>
            </a:r>
            <a:r>
              <a:rPr dirty="0" sz="2600" spc="-65">
                <a:latin typeface="Century Gothic"/>
                <a:cs typeface="Century Gothic"/>
              </a:rPr>
              <a:t>360</a:t>
            </a:r>
            <a:r>
              <a:rPr dirty="0" sz="2600" spc="-105">
                <a:latin typeface="Century Gothic"/>
                <a:cs typeface="Century Gothic"/>
              </a:rPr>
              <a:t> </a:t>
            </a:r>
            <a:r>
              <a:rPr dirty="0" sz="2600" spc="-190">
                <a:latin typeface="Century Gothic"/>
                <a:cs typeface="Century Gothic"/>
              </a:rPr>
              <a:t>aims</a:t>
            </a:r>
            <a:r>
              <a:rPr dirty="0" sz="2600" spc="-100">
                <a:latin typeface="Century Gothic"/>
                <a:cs typeface="Century Gothic"/>
              </a:rPr>
              <a:t> </a:t>
            </a:r>
            <a:r>
              <a:rPr dirty="0" sz="2600" spc="-210">
                <a:latin typeface="Century Gothic"/>
                <a:cs typeface="Century Gothic"/>
              </a:rPr>
              <a:t>to</a:t>
            </a:r>
            <a:r>
              <a:rPr dirty="0" sz="2600" spc="-105">
                <a:latin typeface="Century Gothic"/>
                <a:cs typeface="Century Gothic"/>
              </a:rPr>
              <a:t> </a:t>
            </a:r>
            <a:r>
              <a:rPr dirty="0" sz="2600" spc="-165">
                <a:latin typeface="Century Gothic"/>
                <a:cs typeface="Century Gothic"/>
              </a:rPr>
              <a:t>solve</a:t>
            </a:r>
            <a:r>
              <a:rPr dirty="0" sz="2600" spc="-105">
                <a:latin typeface="Century Gothic"/>
                <a:cs typeface="Century Gothic"/>
              </a:rPr>
              <a:t> </a:t>
            </a:r>
            <a:r>
              <a:rPr dirty="0" sz="2600" spc="-10">
                <a:latin typeface="Century Gothic"/>
                <a:cs typeface="Century Gothic"/>
              </a:rPr>
              <a:t>this</a:t>
            </a:r>
            <a:r>
              <a:rPr dirty="0" sz="2600" spc="-100">
                <a:latin typeface="Century Gothic"/>
                <a:cs typeface="Century Gothic"/>
              </a:rPr>
              <a:t> </a:t>
            </a:r>
            <a:r>
              <a:rPr dirty="0" sz="2600" spc="-254">
                <a:latin typeface="Century Gothic"/>
                <a:cs typeface="Century Gothic"/>
              </a:rPr>
              <a:t>problem</a:t>
            </a:r>
            <a:r>
              <a:rPr dirty="0" sz="2600" spc="-105">
                <a:latin typeface="Century Gothic"/>
                <a:cs typeface="Century Gothic"/>
              </a:rPr>
              <a:t> </a:t>
            </a:r>
            <a:r>
              <a:rPr dirty="0" sz="2600" spc="-325">
                <a:latin typeface="Century Gothic"/>
                <a:cs typeface="Century Gothic"/>
              </a:rPr>
              <a:t>by</a:t>
            </a:r>
            <a:r>
              <a:rPr dirty="0" sz="2600" spc="-200">
                <a:latin typeface="Century Gothic"/>
                <a:cs typeface="Century Gothic"/>
              </a:rPr>
              <a:t> </a:t>
            </a:r>
            <a:r>
              <a:rPr dirty="0" sz="2600" spc="-10">
                <a:latin typeface="Century Gothic"/>
                <a:cs typeface="Century Gothic"/>
              </a:rPr>
              <a:t>using </a:t>
            </a:r>
            <a:r>
              <a:rPr dirty="0" sz="2600" spc="-365">
                <a:latin typeface="Century Gothic"/>
                <a:cs typeface="Century Gothic"/>
              </a:rPr>
              <a:t>an</a:t>
            </a:r>
            <a:r>
              <a:rPr dirty="0" sz="2600" spc="-100">
                <a:latin typeface="Century Gothic"/>
                <a:cs typeface="Century Gothic"/>
              </a:rPr>
              <a:t> </a:t>
            </a:r>
            <a:r>
              <a:rPr dirty="0" sz="2600" spc="-60">
                <a:latin typeface="Century Gothic"/>
                <a:cs typeface="Century Gothic"/>
              </a:rPr>
              <a:t>ESP32</a:t>
            </a:r>
            <a:r>
              <a:rPr dirty="0" sz="2600" spc="-100">
                <a:latin typeface="Century Gothic"/>
                <a:cs typeface="Century Gothic"/>
              </a:rPr>
              <a:t> </a:t>
            </a:r>
            <a:r>
              <a:rPr dirty="0" sz="2600" spc="-185">
                <a:latin typeface="Century Gothic"/>
                <a:cs typeface="Century Gothic"/>
              </a:rPr>
              <a:t>microcontroller</a:t>
            </a:r>
            <a:r>
              <a:rPr dirty="0" sz="2600" spc="-100">
                <a:latin typeface="Century Gothic"/>
                <a:cs typeface="Century Gothic"/>
              </a:rPr>
              <a:t> </a:t>
            </a:r>
            <a:r>
              <a:rPr dirty="0" sz="2600" spc="-390">
                <a:latin typeface="Century Gothic"/>
                <a:cs typeface="Century Gothic"/>
              </a:rPr>
              <a:t>and</a:t>
            </a:r>
            <a:r>
              <a:rPr dirty="0" sz="2600" spc="-100">
                <a:latin typeface="Century Gothic"/>
                <a:cs typeface="Century Gothic"/>
              </a:rPr>
              <a:t> </a:t>
            </a:r>
            <a:r>
              <a:rPr dirty="0" sz="2600" spc="-270">
                <a:latin typeface="Century Gothic"/>
                <a:cs typeface="Century Gothic"/>
              </a:rPr>
              <a:t>gas,</a:t>
            </a:r>
            <a:r>
              <a:rPr dirty="0" sz="2600" spc="-310">
                <a:latin typeface="Century Gothic"/>
                <a:cs typeface="Century Gothic"/>
              </a:rPr>
              <a:t> </a:t>
            </a:r>
            <a:r>
              <a:rPr dirty="0" sz="2600" spc="-250">
                <a:latin typeface="Century Gothic"/>
                <a:cs typeface="Century Gothic"/>
              </a:rPr>
              <a:t>smoke,</a:t>
            </a:r>
            <a:r>
              <a:rPr dirty="0" sz="2600" spc="-310">
                <a:latin typeface="Century Gothic"/>
                <a:cs typeface="Century Gothic"/>
              </a:rPr>
              <a:t> </a:t>
            </a:r>
            <a:r>
              <a:rPr dirty="0" sz="2600" spc="-235">
                <a:latin typeface="Century Gothic"/>
                <a:cs typeface="Century Gothic"/>
              </a:rPr>
              <a:t>flame,</a:t>
            </a:r>
            <a:r>
              <a:rPr dirty="0" sz="2600" spc="-310">
                <a:latin typeface="Century Gothic"/>
                <a:cs typeface="Century Gothic"/>
              </a:rPr>
              <a:t> </a:t>
            </a:r>
            <a:r>
              <a:rPr dirty="0" sz="2600" spc="-390">
                <a:latin typeface="Century Gothic"/>
                <a:cs typeface="Century Gothic"/>
              </a:rPr>
              <a:t>and</a:t>
            </a:r>
            <a:r>
              <a:rPr dirty="0" sz="2600" spc="-100">
                <a:latin typeface="Century Gothic"/>
                <a:cs typeface="Century Gothic"/>
              </a:rPr>
              <a:t> </a:t>
            </a:r>
            <a:r>
              <a:rPr dirty="0" sz="2600" spc="-260">
                <a:latin typeface="Century Gothic"/>
                <a:cs typeface="Century Gothic"/>
              </a:rPr>
              <a:t>temperature</a:t>
            </a:r>
            <a:r>
              <a:rPr dirty="0" sz="2600" spc="-100">
                <a:latin typeface="Century Gothic"/>
                <a:cs typeface="Century Gothic"/>
              </a:rPr>
              <a:t> </a:t>
            </a:r>
            <a:r>
              <a:rPr dirty="0" sz="2600" spc="-120">
                <a:latin typeface="Century Gothic"/>
                <a:cs typeface="Century Gothic"/>
              </a:rPr>
              <a:t>sensors</a:t>
            </a:r>
            <a:r>
              <a:rPr dirty="0" sz="2600" spc="-100">
                <a:latin typeface="Century Gothic"/>
                <a:cs typeface="Century Gothic"/>
              </a:rPr>
              <a:t> </a:t>
            </a:r>
            <a:r>
              <a:rPr dirty="0" sz="2600" spc="-25">
                <a:latin typeface="Century Gothic"/>
                <a:cs typeface="Century Gothic"/>
              </a:rPr>
              <a:t>to </a:t>
            </a:r>
            <a:r>
              <a:rPr dirty="0" sz="2600" spc="-185">
                <a:latin typeface="Century Gothic"/>
                <a:cs typeface="Century Gothic"/>
              </a:rPr>
              <a:t>monitor</a:t>
            </a:r>
            <a:r>
              <a:rPr dirty="0" sz="2600" spc="-90">
                <a:latin typeface="Century Gothic"/>
                <a:cs typeface="Century Gothic"/>
              </a:rPr>
              <a:t> </a:t>
            </a:r>
            <a:r>
              <a:rPr dirty="0" sz="2600" spc="-220">
                <a:latin typeface="Century Gothic"/>
                <a:cs typeface="Century Gothic"/>
              </a:rPr>
              <a:t>kitchen</a:t>
            </a:r>
            <a:r>
              <a:rPr dirty="0" sz="2600" spc="-90">
                <a:latin typeface="Century Gothic"/>
                <a:cs typeface="Century Gothic"/>
              </a:rPr>
              <a:t> </a:t>
            </a:r>
            <a:r>
              <a:rPr dirty="0" sz="2600" spc="-210">
                <a:latin typeface="Century Gothic"/>
                <a:cs typeface="Century Gothic"/>
              </a:rPr>
              <a:t>conditions</a:t>
            </a:r>
            <a:r>
              <a:rPr dirty="0" sz="2600" spc="-90">
                <a:latin typeface="Century Gothic"/>
                <a:cs typeface="Century Gothic"/>
              </a:rPr>
              <a:t> </a:t>
            </a:r>
            <a:r>
              <a:rPr dirty="0" sz="2600">
                <a:latin typeface="Century Gothic"/>
                <a:cs typeface="Century Gothic"/>
              </a:rPr>
              <a:t>in</a:t>
            </a:r>
            <a:r>
              <a:rPr dirty="0" sz="2600" spc="-85">
                <a:latin typeface="Century Gothic"/>
                <a:cs typeface="Century Gothic"/>
              </a:rPr>
              <a:t> </a:t>
            </a:r>
            <a:r>
              <a:rPr dirty="0" sz="2600" spc="-180">
                <a:latin typeface="Century Gothic"/>
                <a:cs typeface="Century Gothic"/>
              </a:rPr>
              <a:t>real</a:t>
            </a:r>
            <a:r>
              <a:rPr dirty="0" sz="2600" spc="-90">
                <a:latin typeface="Century Gothic"/>
                <a:cs typeface="Century Gothic"/>
              </a:rPr>
              <a:t> </a:t>
            </a:r>
            <a:r>
              <a:rPr dirty="0" sz="2600" spc="-190">
                <a:latin typeface="Century Gothic"/>
                <a:cs typeface="Century Gothic"/>
              </a:rPr>
              <a:t>time.</a:t>
            </a:r>
            <a:r>
              <a:rPr dirty="0" sz="2600" spc="-395">
                <a:latin typeface="Century Gothic"/>
                <a:cs typeface="Century Gothic"/>
              </a:rPr>
              <a:t> </a:t>
            </a:r>
            <a:r>
              <a:rPr dirty="0" sz="2600" spc="-405">
                <a:latin typeface="Century Gothic"/>
                <a:cs typeface="Century Gothic"/>
              </a:rPr>
              <a:t>A</a:t>
            </a:r>
            <a:r>
              <a:rPr dirty="0" sz="2600" spc="-204">
                <a:latin typeface="Century Gothic"/>
                <a:cs typeface="Century Gothic"/>
              </a:rPr>
              <a:t> </a:t>
            </a:r>
            <a:r>
              <a:rPr dirty="0" sz="2600" spc="-220">
                <a:latin typeface="Century Gothic"/>
                <a:cs typeface="Century Gothic"/>
              </a:rPr>
              <a:t>centralized</a:t>
            </a:r>
            <a:r>
              <a:rPr dirty="0" sz="2600" spc="-85">
                <a:latin typeface="Century Gothic"/>
                <a:cs typeface="Century Gothic"/>
              </a:rPr>
              <a:t> </a:t>
            </a:r>
            <a:r>
              <a:rPr dirty="0" sz="2600" spc="-380">
                <a:latin typeface="Century Gothic"/>
                <a:cs typeface="Century Gothic"/>
              </a:rPr>
              <a:t>web</a:t>
            </a:r>
            <a:r>
              <a:rPr dirty="0" sz="2600" spc="-90">
                <a:latin typeface="Century Gothic"/>
                <a:cs typeface="Century Gothic"/>
              </a:rPr>
              <a:t> </a:t>
            </a:r>
            <a:r>
              <a:rPr dirty="0" sz="2600" spc="-320">
                <a:latin typeface="Century Gothic"/>
                <a:cs typeface="Century Gothic"/>
              </a:rPr>
              <a:t>dashboard</a:t>
            </a:r>
            <a:r>
              <a:rPr dirty="0" sz="2600" spc="-90">
                <a:latin typeface="Century Gothic"/>
                <a:cs typeface="Century Gothic"/>
              </a:rPr>
              <a:t> </a:t>
            </a:r>
            <a:r>
              <a:rPr dirty="0" sz="2600" spc="-80">
                <a:latin typeface="Century Gothic"/>
                <a:cs typeface="Century Gothic"/>
              </a:rPr>
              <a:t>displays </a:t>
            </a:r>
            <a:r>
              <a:rPr dirty="0" sz="2600" spc="-150">
                <a:latin typeface="Century Gothic"/>
                <a:cs typeface="Century Gothic"/>
              </a:rPr>
              <a:t>sensor</a:t>
            </a:r>
            <a:r>
              <a:rPr dirty="0" sz="2600" spc="-65">
                <a:latin typeface="Century Gothic"/>
                <a:cs typeface="Century Gothic"/>
              </a:rPr>
              <a:t> </a:t>
            </a:r>
            <a:r>
              <a:rPr dirty="0" sz="2600" spc="-229">
                <a:latin typeface="Century Gothic"/>
                <a:cs typeface="Century Gothic"/>
              </a:rPr>
              <a:t>readings,</a:t>
            </a:r>
            <a:r>
              <a:rPr dirty="0" sz="2600" spc="-290">
                <a:latin typeface="Century Gothic"/>
                <a:cs typeface="Century Gothic"/>
              </a:rPr>
              <a:t> </a:t>
            </a:r>
            <a:r>
              <a:rPr dirty="0" sz="2600" spc="-125">
                <a:latin typeface="Century Gothic"/>
                <a:cs typeface="Century Gothic"/>
              </a:rPr>
              <a:t>identifies</a:t>
            </a:r>
            <a:r>
              <a:rPr dirty="0" sz="2600" spc="-60">
                <a:latin typeface="Century Gothic"/>
                <a:cs typeface="Century Gothic"/>
              </a:rPr>
              <a:t> </a:t>
            </a:r>
            <a:r>
              <a:rPr dirty="0" sz="2600">
                <a:latin typeface="Century Gothic"/>
                <a:cs typeface="Century Gothic"/>
              </a:rPr>
              <a:t>risk</a:t>
            </a:r>
            <a:r>
              <a:rPr dirty="0" sz="2600" spc="-155">
                <a:latin typeface="Century Gothic"/>
                <a:cs typeface="Century Gothic"/>
              </a:rPr>
              <a:t> </a:t>
            </a:r>
            <a:r>
              <a:rPr dirty="0" sz="2600" spc="-140">
                <a:latin typeface="Century Gothic"/>
                <a:cs typeface="Century Gothic"/>
              </a:rPr>
              <a:t>levels,</a:t>
            </a:r>
            <a:r>
              <a:rPr dirty="0" sz="2600" spc="-285">
                <a:latin typeface="Century Gothic"/>
                <a:cs typeface="Century Gothic"/>
              </a:rPr>
              <a:t> </a:t>
            </a:r>
            <a:r>
              <a:rPr dirty="0" sz="2600" spc="-390">
                <a:latin typeface="Century Gothic"/>
                <a:cs typeface="Century Gothic"/>
              </a:rPr>
              <a:t>and</a:t>
            </a:r>
            <a:r>
              <a:rPr dirty="0" sz="2600" spc="-65">
                <a:latin typeface="Century Gothic"/>
                <a:cs typeface="Century Gothic"/>
              </a:rPr>
              <a:t> </a:t>
            </a:r>
            <a:r>
              <a:rPr dirty="0" sz="2600" spc="-270">
                <a:latin typeface="Century Gothic"/>
                <a:cs typeface="Century Gothic"/>
              </a:rPr>
              <a:t>generates</a:t>
            </a:r>
            <a:r>
              <a:rPr dirty="0" sz="2600" spc="-65">
                <a:latin typeface="Century Gothic"/>
                <a:cs typeface="Century Gothic"/>
              </a:rPr>
              <a:t> </a:t>
            </a:r>
            <a:r>
              <a:rPr dirty="0" sz="2600" spc="-114">
                <a:latin typeface="Century Gothic"/>
                <a:cs typeface="Century Gothic"/>
              </a:rPr>
              <a:t>alerts</a:t>
            </a:r>
            <a:r>
              <a:rPr dirty="0" sz="2600" spc="-60">
                <a:latin typeface="Century Gothic"/>
                <a:cs typeface="Century Gothic"/>
              </a:rPr>
              <a:t> </a:t>
            </a:r>
            <a:r>
              <a:rPr dirty="0" sz="2600" spc="-210">
                <a:latin typeface="Century Gothic"/>
                <a:cs typeface="Century Gothic"/>
              </a:rPr>
              <a:t>to</a:t>
            </a:r>
            <a:r>
              <a:rPr dirty="0" sz="2600" spc="-65">
                <a:latin typeface="Century Gothic"/>
                <a:cs typeface="Century Gothic"/>
              </a:rPr>
              <a:t> </a:t>
            </a:r>
            <a:r>
              <a:rPr dirty="0" sz="2600" spc="-215">
                <a:latin typeface="Century Gothic"/>
                <a:cs typeface="Century Gothic"/>
              </a:rPr>
              <a:t>help</a:t>
            </a:r>
            <a:r>
              <a:rPr dirty="0" sz="2600" spc="-65">
                <a:latin typeface="Century Gothic"/>
                <a:cs typeface="Century Gothic"/>
              </a:rPr>
              <a:t> </a:t>
            </a:r>
            <a:r>
              <a:rPr dirty="0" sz="2600" spc="-265">
                <a:latin typeface="Century Gothic"/>
                <a:cs typeface="Century Gothic"/>
              </a:rPr>
              <a:t>prevent </a:t>
            </a:r>
            <a:r>
              <a:rPr dirty="0" sz="2600" spc="-300">
                <a:latin typeface="Century Gothic"/>
                <a:cs typeface="Century Gothic"/>
              </a:rPr>
              <a:t>accidents</a:t>
            </a:r>
            <a:r>
              <a:rPr dirty="0" sz="2600" spc="-85">
                <a:latin typeface="Century Gothic"/>
                <a:cs typeface="Century Gothic"/>
              </a:rPr>
              <a:t> </a:t>
            </a:r>
            <a:r>
              <a:rPr dirty="0" sz="2600" spc="-390">
                <a:latin typeface="Century Gothic"/>
                <a:cs typeface="Century Gothic"/>
              </a:rPr>
              <a:t>and</a:t>
            </a:r>
            <a:r>
              <a:rPr dirty="0" sz="2600" spc="-80">
                <a:latin typeface="Century Gothic"/>
                <a:cs typeface="Century Gothic"/>
              </a:rPr>
              <a:t> </a:t>
            </a:r>
            <a:r>
              <a:rPr dirty="0" sz="2600" spc="-250">
                <a:latin typeface="Century Gothic"/>
                <a:cs typeface="Century Gothic"/>
              </a:rPr>
              <a:t>improve</a:t>
            </a:r>
            <a:r>
              <a:rPr dirty="0" sz="2600" spc="-80">
                <a:latin typeface="Century Gothic"/>
                <a:cs typeface="Century Gothic"/>
              </a:rPr>
              <a:t> </a:t>
            </a:r>
            <a:r>
              <a:rPr dirty="0" sz="2600" spc="-220">
                <a:latin typeface="Century Gothic"/>
                <a:cs typeface="Century Gothic"/>
              </a:rPr>
              <a:t>kitchen</a:t>
            </a:r>
            <a:r>
              <a:rPr dirty="0" sz="2600" spc="-80">
                <a:latin typeface="Century Gothic"/>
                <a:cs typeface="Century Gothic"/>
              </a:rPr>
              <a:t> </a:t>
            </a:r>
            <a:r>
              <a:rPr dirty="0" sz="2600" spc="-215">
                <a:latin typeface="Century Gothic"/>
                <a:cs typeface="Century Gothic"/>
              </a:rPr>
              <a:t>safety</a:t>
            </a:r>
            <a:r>
              <a:rPr dirty="0" sz="2600" spc="-220">
                <a:latin typeface="Century Gothic"/>
                <a:cs typeface="Century Gothic"/>
              </a:rPr>
              <a:t> </a:t>
            </a:r>
            <a:r>
              <a:rPr dirty="0" sz="2600" spc="-50">
                <a:latin typeface="Century Gothic"/>
                <a:cs typeface="Century Gothic"/>
              </a:rPr>
              <a:t>.</a:t>
            </a:r>
            <a:endParaRPr sz="2600">
              <a:latin typeface="Century Gothic"/>
              <a:cs typeface="Century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8945" y="3767000"/>
            <a:ext cx="10725149" cy="60293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915" y="621889"/>
            <a:ext cx="5165725" cy="8903970"/>
          </a:xfrm>
          <a:prstGeom prst="rect">
            <a:avLst/>
          </a:prstGeom>
          <a:solidFill>
            <a:srgbClr val="40B9D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5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75"/>
              </a:spcBef>
            </a:pPr>
            <a:endParaRPr sz="5400">
              <a:latin typeface="Times New Roman"/>
              <a:cs typeface="Times New Roman"/>
            </a:endParaRPr>
          </a:p>
          <a:p>
            <a:pPr algn="ctr" marR="361950">
              <a:lnSpc>
                <a:spcPts val="6125"/>
              </a:lnSpc>
            </a:pPr>
            <a:r>
              <a:rPr dirty="0" sz="5400" spc="-670">
                <a:solidFill>
                  <a:srgbClr val="FFFFFF"/>
                </a:solidFill>
                <a:latin typeface="Century Gothic"/>
                <a:cs typeface="Century Gothic"/>
              </a:rPr>
              <a:t>SDG</a:t>
            </a:r>
            <a:endParaRPr sz="5400">
              <a:latin typeface="Century Gothic"/>
              <a:cs typeface="Century Gothic"/>
            </a:endParaRPr>
          </a:p>
          <a:p>
            <a:pPr algn="ctr" marL="478155" marR="840740">
              <a:lnSpc>
                <a:spcPts val="5780"/>
              </a:lnSpc>
              <a:spcBef>
                <a:spcPts val="425"/>
              </a:spcBef>
            </a:pPr>
            <a:r>
              <a:rPr dirty="0" sz="5400" spc="-434">
                <a:solidFill>
                  <a:srgbClr val="FFFFFF"/>
                </a:solidFill>
                <a:latin typeface="Century Gothic"/>
                <a:cs typeface="Century Gothic"/>
              </a:rPr>
              <a:t>Alignment: </a:t>
            </a:r>
            <a:r>
              <a:rPr dirty="0" sz="5400" spc="-570">
                <a:solidFill>
                  <a:srgbClr val="FFFFFF"/>
                </a:solidFill>
                <a:latin typeface="Century Gothic"/>
                <a:cs typeface="Century Gothic"/>
              </a:rPr>
              <a:t>KitchenGuard </a:t>
            </a:r>
            <a:r>
              <a:rPr dirty="0" sz="5400" spc="-25">
                <a:solidFill>
                  <a:srgbClr val="FFFFFF"/>
                </a:solidFill>
                <a:latin typeface="Century Gothic"/>
                <a:cs typeface="Century Gothic"/>
              </a:rPr>
              <a:t>360</a:t>
            </a:r>
            <a:endParaRPr sz="540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812728" y="988853"/>
            <a:ext cx="10224770" cy="916940"/>
          </a:xfrm>
          <a:prstGeom prst="rect"/>
        </p:spPr>
        <p:txBody>
          <a:bodyPr wrap="square" lIns="0" tIns="71120" rIns="0" bIns="0" rtlCol="0" vert="horz">
            <a:spAutoFit/>
          </a:bodyPr>
          <a:lstStyle/>
          <a:p>
            <a:pPr marL="2292350" marR="5080" indent="-2280285">
              <a:lnSpc>
                <a:spcPts val="3300"/>
              </a:lnSpc>
              <a:spcBef>
                <a:spcPts val="560"/>
              </a:spcBef>
            </a:pPr>
            <a:r>
              <a:rPr dirty="0" sz="3100" spc="-380" b="0">
                <a:solidFill>
                  <a:srgbClr val="000000"/>
                </a:solidFill>
                <a:latin typeface="Century Gothic"/>
                <a:cs typeface="Century Gothic"/>
              </a:rPr>
              <a:t>SDG</a:t>
            </a:r>
            <a:r>
              <a:rPr dirty="0" sz="3100" spc="-125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100" spc="-150" b="0">
                <a:solidFill>
                  <a:srgbClr val="000000"/>
                </a:solidFill>
                <a:latin typeface="Century Gothic"/>
                <a:cs typeface="Century Gothic"/>
              </a:rPr>
              <a:t>3:</a:t>
            </a:r>
            <a:r>
              <a:rPr dirty="0" sz="3100" spc="-120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100" spc="-240" b="0">
                <a:solidFill>
                  <a:srgbClr val="000000"/>
                </a:solidFill>
                <a:latin typeface="Century Gothic"/>
                <a:cs typeface="Century Gothic"/>
              </a:rPr>
              <a:t>Protects</a:t>
            </a:r>
            <a:r>
              <a:rPr dirty="0" sz="3100" spc="-125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100" spc="-75" b="0">
                <a:solidFill>
                  <a:srgbClr val="000000"/>
                </a:solidFill>
                <a:latin typeface="Century Gothic"/>
                <a:cs typeface="Century Gothic"/>
              </a:rPr>
              <a:t>lives</a:t>
            </a:r>
            <a:r>
              <a:rPr dirty="0" sz="3100" spc="-120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100" spc="-465" b="0">
                <a:solidFill>
                  <a:srgbClr val="000000"/>
                </a:solidFill>
                <a:latin typeface="Century Gothic"/>
                <a:cs typeface="Century Gothic"/>
              </a:rPr>
              <a:t>and</a:t>
            </a:r>
            <a:r>
              <a:rPr dirty="0" sz="3100" spc="-125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100" spc="-285" b="0">
                <a:solidFill>
                  <a:srgbClr val="000000"/>
                </a:solidFill>
                <a:latin typeface="Century Gothic"/>
                <a:cs typeface="Century Gothic"/>
              </a:rPr>
              <a:t>promotes</a:t>
            </a:r>
            <a:r>
              <a:rPr dirty="0" sz="3100" spc="-120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100" spc="-254" b="0">
                <a:solidFill>
                  <a:srgbClr val="000000"/>
                </a:solidFill>
                <a:latin typeface="Century Gothic"/>
                <a:cs typeface="Century Gothic"/>
              </a:rPr>
              <a:t>health</a:t>
            </a:r>
            <a:r>
              <a:rPr dirty="0" sz="3100" spc="-120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100" spc="-250" b="0">
                <a:solidFill>
                  <a:srgbClr val="000000"/>
                </a:solidFill>
                <a:latin typeface="Century Gothic"/>
                <a:cs typeface="Century Gothic"/>
              </a:rPr>
              <a:t>through</a:t>
            </a:r>
            <a:r>
              <a:rPr dirty="0" sz="3100" spc="-125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100" spc="-229" b="0">
                <a:solidFill>
                  <a:srgbClr val="000000"/>
                </a:solidFill>
                <a:latin typeface="Century Gothic"/>
                <a:cs typeface="Century Gothic"/>
              </a:rPr>
              <a:t>early</a:t>
            </a:r>
            <a:r>
              <a:rPr dirty="0" sz="3100" spc="-235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100" spc="-340" b="0">
                <a:solidFill>
                  <a:srgbClr val="000000"/>
                </a:solidFill>
                <a:latin typeface="Century Gothic"/>
                <a:cs typeface="Century Gothic"/>
              </a:rPr>
              <a:t>hazard </a:t>
            </a:r>
            <a:r>
              <a:rPr dirty="0" sz="3100" spc="-335" b="0">
                <a:solidFill>
                  <a:srgbClr val="000000"/>
                </a:solidFill>
                <a:latin typeface="Century Gothic"/>
                <a:cs typeface="Century Gothic"/>
              </a:rPr>
              <a:t>detection</a:t>
            </a:r>
            <a:endParaRPr sz="3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82963" y="1827053"/>
            <a:ext cx="11068685" cy="1755139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22860" marR="1681480" indent="-1270">
              <a:lnSpc>
                <a:spcPts val="3300"/>
              </a:lnSpc>
              <a:spcBef>
                <a:spcPts val="560"/>
              </a:spcBef>
            </a:pPr>
            <a:r>
              <a:rPr dirty="0" sz="3100" spc="-380">
                <a:latin typeface="Century Gothic"/>
                <a:cs typeface="Century Gothic"/>
              </a:rPr>
              <a:t>SDG</a:t>
            </a:r>
            <a:r>
              <a:rPr dirty="0" sz="3100" spc="-135">
                <a:latin typeface="Century Gothic"/>
                <a:cs typeface="Century Gothic"/>
              </a:rPr>
              <a:t> </a:t>
            </a:r>
            <a:r>
              <a:rPr dirty="0" sz="3100" spc="-150">
                <a:latin typeface="Century Gothic"/>
                <a:cs typeface="Century Gothic"/>
              </a:rPr>
              <a:t>9:</a:t>
            </a:r>
            <a:r>
              <a:rPr dirty="0" sz="3100" spc="-130">
                <a:latin typeface="Century Gothic"/>
                <a:cs typeface="Century Gothic"/>
              </a:rPr>
              <a:t> </a:t>
            </a:r>
            <a:r>
              <a:rPr dirty="0" sz="3100" spc="-335">
                <a:latin typeface="Century Gothic"/>
                <a:cs typeface="Century Gothic"/>
              </a:rPr>
              <a:t>Encourages</a:t>
            </a:r>
            <a:r>
              <a:rPr dirty="0" sz="3100" spc="-135">
                <a:latin typeface="Century Gothic"/>
                <a:cs typeface="Century Gothic"/>
              </a:rPr>
              <a:t> </a:t>
            </a:r>
            <a:r>
              <a:rPr dirty="0" sz="3100" spc="-60">
                <a:latin typeface="Century Gothic"/>
                <a:cs typeface="Century Gothic"/>
              </a:rPr>
              <a:t>IoT-</a:t>
            </a:r>
            <a:r>
              <a:rPr dirty="0" sz="3100" spc="-420">
                <a:latin typeface="Century Gothic"/>
                <a:cs typeface="Century Gothic"/>
              </a:rPr>
              <a:t>based</a:t>
            </a:r>
            <a:r>
              <a:rPr dirty="0" sz="3100" spc="-130">
                <a:latin typeface="Century Gothic"/>
                <a:cs typeface="Century Gothic"/>
              </a:rPr>
              <a:t> </a:t>
            </a:r>
            <a:r>
              <a:rPr dirty="0" sz="3100" spc="-235">
                <a:latin typeface="Century Gothic"/>
                <a:cs typeface="Century Gothic"/>
              </a:rPr>
              <a:t>innovation</a:t>
            </a:r>
            <a:r>
              <a:rPr dirty="0" sz="3100" spc="-135">
                <a:latin typeface="Century Gothic"/>
                <a:cs typeface="Century Gothic"/>
              </a:rPr>
              <a:t> </a:t>
            </a:r>
            <a:r>
              <a:rPr dirty="0" sz="3100">
                <a:latin typeface="Century Gothic"/>
                <a:cs typeface="Century Gothic"/>
              </a:rPr>
              <a:t>in</a:t>
            </a:r>
            <a:r>
              <a:rPr dirty="0" sz="3100" spc="-130">
                <a:latin typeface="Century Gothic"/>
                <a:cs typeface="Century Gothic"/>
              </a:rPr>
              <a:t> </a:t>
            </a:r>
            <a:r>
              <a:rPr dirty="0" sz="3100" spc="-254">
                <a:latin typeface="Century Gothic"/>
                <a:cs typeface="Century Gothic"/>
              </a:rPr>
              <a:t>kitchen</a:t>
            </a:r>
            <a:r>
              <a:rPr dirty="0" sz="3100" spc="-135">
                <a:latin typeface="Century Gothic"/>
                <a:cs typeface="Century Gothic"/>
              </a:rPr>
              <a:t> </a:t>
            </a:r>
            <a:r>
              <a:rPr dirty="0" sz="3100" spc="-35">
                <a:latin typeface="Century Gothic"/>
                <a:cs typeface="Century Gothic"/>
              </a:rPr>
              <a:t>safety </a:t>
            </a:r>
            <a:r>
              <a:rPr dirty="0" sz="3100" spc="-380">
                <a:latin typeface="Century Gothic"/>
                <a:cs typeface="Century Gothic"/>
              </a:rPr>
              <a:t>SDG</a:t>
            </a:r>
            <a:r>
              <a:rPr dirty="0" sz="3100" spc="-114">
                <a:latin typeface="Century Gothic"/>
                <a:cs typeface="Century Gothic"/>
              </a:rPr>
              <a:t> </a:t>
            </a:r>
            <a:r>
              <a:rPr dirty="0" sz="3100" spc="-135">
                <a:latin typeface="Century Gothic"/>
                <a:cs typeface="Century Gothic"/>
              </a:rPr>
              <a:t>11:</a:t>
            </a:r>
            <a:r>
              <a:rPr dirty="0" sz="3100" spc="-114">
                <a:latin typeface="Century Gothic"/>
                <a:cs typeface="Century Gothic"/>
              </a:rPr>
              <a:t> </a:t>
            </a:r>
            <a:r>
              <a:rPr dirty="0" sz="3100" spc="-195">
                <a:latin typeface="Century Gothic"/>
                <a:cs typeface="Century Gothic"/>
              </a:rPr>
              <a:t>Supports</a:t>
            </a:r>
            <a:r>
              <a:rPr dirty="0" sz="3100" spc="-114">
                <a:latin typeface="Century Gothic"/>
                <a:cs typeface="Century Gothic"/>
              </a:rPr>
              <a:t> </a:t>
            </a:r>
            <a:r>
              <a:rPr dirty="0" sz="3100" spc="-225">
                <a:latin typeface="Century Gothic"/>
                <a:cs typeface="Century Gothic"/>
              </a:rPr>
              <a:t>safer</a:t>
            </a:r>
            <a:r>
              <a:rPr dirty="0" sz="3100" spc="-110">
                <a:latin typeface="Century Gothic"/>
                <a:cs typeface="Century Gothic"/>
              </a:rPr>
              <a:t> </a:t>
            </a:r>
            <a:r>
              <a:rPr dirty="0" sz="3100" spc="-350">
                <a:latin typeface="Century Gothic"/>
                <a:cs typeface="Century Gothic"/>
              </a:rPr>
              <a:t>commercial</a:t>
            </a:r>
            <a:r>
              <a:rPr dirty="0" sz="3100" spc="-114">
                <a:latin typeface="Century Gothic"/>
                <a:cs typeface="Century Gothic"/>
              </a:rPr>
              <a:t> </a:t>
            </a:r>
            <a:r>
              <a:rPr dirty="0" sz="3100" spc="-254">
                <a:latin typeface="Century Gothic"/>
                <a:cs typeface="Century Gothic"/>
              </a:rPr>
              <a:t>kitchen</a:t>
            </a:r>
            <a:r>
              <a:rPr dirty="0" sz="3100" spc="-114">
                <a:latin typeface="Century Gothic"/>
                <a:cs typeface="Century Gothic"/>
              </a:rPr>
              <a:t> </a:t>
            </a:r>
            <a:r>
              <a:rPr dirty="0" sz="3100" spc="-200">
                <a:latin typeface="Century Gothic"/>
                <a:cs typeface="Century Gothic"/>
              </a:rPr>
              <a:t>environments.</a:t>
            </a:r>
            <a:endParaRPr sz="3100">
              <a:latin typeface="Century Gothic"/>
              <a:cs typeface="Century Gothic"/>
            </a:endParaRPr>
          </a:p>
          <a:p>
            <a:pPr marL="2286635" marR="5080" indent="-2274570">
              <a:lnSpc>
                <a:spcPts val="3300"/>
              </a:lnSpc>
            </a:pPr>
            <a:r>
              <a:rPr dirty="0" sz="3100" spc="-380">
                <a:latin typeface="Century Gothic"/>
                <a:cs typeface="Century Gothic"/>
              </a:rPr>
              <a:t>SDG</a:t>
            </a:r>
            <a:r>
              <a:rPr dirty="0" sz="3100" spc="-135">
                <a:latin typeface="Century Gothic"/>
                <a:cs typeface="Century Gothic"/>
              </a:rPr>
              <a:t> 12:</a:t>
            </a:r>
            <a:r>
              <a:rPr dirty="0" sz="3100" spc="-130">
                <a:latin typeface="Century Gothic"/>
                <a:cs typeface="Century Gothic"/>
              </a:rPr>
              <a:t> </a:t>
            </a:r>
            <a:r>
              <a:rPr dirty="0" sz="3100" spc="-165">
                <a:latin typeface="Century Gothic"/>
                <a:cs typeface="Century Gothic"/>
              </a:rPr>
              <a:t>Helps</a:t>
            </a:r>
            <a:r>
              <a:rPr dirty="0" sz="3100" spc="-135">
                <a:latin typeface="Century Gothic"/>
                <a:cs typeface="Century Gothic"/>
              </a:rPr>
              <a:t> </a:t>
            </a:r>
            <a:r>
              <a:rPr dirty="0" sz="3100" spc="-409">
                <a:latin typeface="Century Gothic"/>
                <a:cs typeface="Century Gothic"/>
              </a:rPr>
              <a:t>reduce</a:t>
            </a:r>
            <a:r>
              <a:rPr dirty="0" sz="3100" spc="-130">
                <a:latin typeface="Century Gothic"/>
                <a:cs typeface="Century Gothic"/>
              </a:rPr>
              <a:t> </a:t>
            </a:r>
            <a:r>
              <a:rPr dirty="0" sz="3100" spc="-285">
                <a:latin typeface="Century Gothic"/>
                <a:cs typeface="Century Gothic"/>
              </a:rPr>
              <a:t>resource</a:t>
            </a:r>
            <a:r>
              <a:rPr dirty="0" sz="3100" spc="-135">
                <a:latin typeface="Century Gothic"/>
                <a:cs typeface="Century Gothic"/>
              </a:rPr>
              <a:t> </a:t>
            </a:r>
            <a:r>
              <a:rPr dirty="0" sz="3100" spc="-305">
                <a:latin typeface="Century Gothic"/>
                <a:cs typeface="Century Gothic"/>
              </a:rPr>
              <a:t>waste</a:t>
            </a:r>
            <a:r>
              <a:rPr dirty="0" sz="3100" spc="-130">
                <a:latin typeface="Century Gothic"/>
                <a:cs typeface="Century Gothic"/>
              </a:rPr>
              <a:t> </a:t>
            </a:r>
            <a:r>
              <a:rPr dirty="0" sz="3100" spc="-465">
                <a:latin typeface="Century Gothic"/>
                <a:cs typeface="Century Gothic"/>
              </a:rPr>
              <a:t>and</a:t>
            </a:r>
            <a:r>
              <a:rPr dirty="0" sz="3100" spc="-130">
                <a:latin typeface="Century Gothic"/>
                <a:cs typeface="Century Gothic"/>
              </a:rPr>
              <a:t> </a:t>
            </a:r>
            <a:r>
              <a:rPr dirty="0" sz="3100" spc="-540">
                <a:latin typeface="Century Gothic"/>
                <a:cs typeface="Century Gothic"/>
              </a:rPr>
              <a:t>damage</a:t>
            </a:r>
            <a:r>
              <a:rPr dirty="0" sz="3100" spc="-135">
                <a:latin typeface="Century Gothic"/>
                <a:cs typeface="Century Gothic"/>
              </a:rPr>
              <a:t> </a:t>
            </a:r>
            <a:r>
              <a:rPr dirty="0" sz="3100" spc="-430">
                <a:latin typeface="Century Gothic"/>
                <a:cs typeface="Century Gothic"/>
              </a:rPr>
              <a:t>caused</a:t>
            </a:r>
            <a:r>
              <a:rPr dirty="0" sz="3100" spc="-130">
                <a:latin typeface="Century Gothic"/>
                <a:cs typeface="Century Gothic"/>
              </a:rPr>
              <a:t> </a:t>
            </a:r>
            <a:r>
              <a:rPr dirty="0" sz="3100" spc="-390">
                <a:latin typeface="Century Gothic"/>
                <a:cs typeface="Century Gothic"/>
              </a:rPr>
              <a:t>by</a:t>
            </a:r>
            <a:r>
              <a:rPr dirty="0" sz="3100" spc="-245">
                <a:latin typeface="Century Gothic"/>
                <a:cs typeface="Century Gothic"/>
              </a:rPr>
              <a:t> </a:t>
            </a:r>
            <a:r>
              <a:rPr dirty="0" sz="3100" spc="-165">
                <a:latin typeface="Century Gothic"/>
                <a:cs typeface="Century Gothic"/>
              </a:rPr>
              <a:t>kitchen </a:t>
            </a:r>
            <a:r>
              <a:rPr dirty="0" sz="3100" spc="-360">
                <a:latin typeface="Century Gothic"/>
                <a:cs typeface="Century Gothic"/>
              </a:rPr>
              <a:t>accidents.</a:t>
            </a:r>
            <a:endParaRPr sz="3100">
              <a:latin typeface="Century Gothic"/>
              <a:cs typeface="Century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9493" y="3811968"/>
            <a:ext cx="10820399" cy="60864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" y="750108"/>
            <a:ext cx="5165725" cy="8714105"/>
          </a:xfrm>
          <a:prstGeom prst="rect">
            <a:avLst/>
          </a:prstGeom>
          <a:solidFill>
            <a:srgbClr val="40B9D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5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55"/>
              </a:spcBef>
            </a:pPr>
            <a:endParaRPr sz="5400">
              <a:latin typeface="Times New Roman"/>
              <a:cs typeface="Times New Roman"/>
            </a:endParaRPr>
          </a:p>
          <a:p>
            <a:pPr marL="812165" marR="716915" indent="-73660">
              <a:lnSpc>
                <a:spcPts val="5780"/>
              </a:lnSpc>
            </a:pPr>
            <a:r>
              <a:rPr dirty="0" sz="5400" spc="-484">
                <a:solidFill>
                  <a:srgbClr val="FFFFFF"/>
                </a:solidFill>
                <a:latin typeface="Century Gothic"/>
                <a:cs typeface="Century Gothic"/>
              </a:rPr>
              <a:t>Technology</a:t>
            </a:r>
            <a:r>
              <a:rPr dirty="0" sz="5400" spc="-21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5400" spc="-525">
                <a:solidFill>
                  <a:srgbClr val="FFFFFF"/>
                </a:solidFill>
                <a:latin typeface="Century Gothic"/>
                <a:cs typeface="Century Gothic"/>
              </a:rPr>
              <a:t>/ </a:t>
            </a:r>
            <a:r>
              <a:rPr dirty="0" sz="5400" spc="-204">
                <a:solidFill>
                  <a:srgbClr val="FFFFFF"/>
                </a:solidFill>
                <a:latin typeface="Century Gothic"/>
                <a:cs typeface="Century Gothic"/>
              </a:rPr>
              <a:t>Line</a:t>
            </a:r>
            <a:r>
              <a:rPr dirty="0" sz="5400" spc="-23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5400" spc="-38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r>
              <a:rPr dirty="0" sz="5400" spc="-23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5400" spc="-990">
                <a:solidFill>
                  <a:srgbClr val="FFFFFF"/>
                </a:solidFill>
                <a:latin typeface="Century Gothic"/>
                <a:cs typeface="Century Gothic"/>
              </a:rPr>
              <a:t>Code</a:t>
            </a:r>
            <a:endParaRPr sz="540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583959" y="707690"/>
            <a:ext cx="11821160" cy="1545590"/>
          </a:xfrm>
          <a:prstGeom prst="rect"/>
        </p:spPr>
        <p:txBody>
          <a:bodyPr wrap="square" lIns="0" tIns="80645" rIns="0" bIns="0" rtlCol="0" vert="horz">
            <a:spAutoFit/>
          </a:bodyPr>
          <a:lstStyle/>
          <a:p>
            <a:pPr algn="ctr" marL="12700" marR="5080">
              <a:lnSpc>
                <a:spcPts val="3829"/>
              </a:lnSpc>
              <a:spcBef>
                <a:spcPts val="635"/>
              </a:spcBef>
            </a:pPr>
            <a:r>
              <a:rPr dirty="0" sz="3600" spc="-375" b="0">
                <a:solidFill>
                  <a:srgbClr val="000000"/>
                </a:solidFill>
                <a:latin typeface="Century Gothic"/>
                <a:cs typeface="Century Gothic"/>
              </a:rPr>
              <a:t>Technology</a:t>
            </a:r>
            <a:r>
              <a:rPr dirty="0" sz="3600" spc="-265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600" spc="-290" b="0">
                <a:solidFill>
                  <a:srgbClr val="000000"/>
                </a:solidFill>
                <a:latin typeface="Century Gothic"/>
                <a:cs typeface="Century Gothic"/>
              </a:rPr>
              <a:t>Used:</a:t>
            </a:r>
            <a:r>
              <a:rPr dirty="0" sz="3600" spc="-130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600" spc="-110" b="0">
                <a:solidFill>
                  <a:srgbClr val="000000"/>
                </a:solidFill>
                <a:latin typeface="Century Gothic"/>
                <a:cs typeface="Century Gothic"/>
              </a:rPr>
              <a:t>ESP32,</a:t>
            </a:r>
            <a:r>
              <a:rPr dirty="0" sz="3600" spc="-425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600" spc="-455" b="0">
                <a:solidFill>
                  <a:srgbClr val="000000"/>
                </a:solidFill>
                <a:latin typeface="Century Gothic"/>
                <a:cs typeface="Century Gothic"/>
              </a:rPr>
              <a:t>LPG/Gas</a:t>
            </a:r>
            <a:r>
              <a:rPr dirty="0" sz="3600" spc="-130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600" spc="-245" b="0">
                <a:solidFill>
                  <a:srgbClr val="000000"/>
                </a:solidFill>
                <a:latin typeface="Century Gothic"/>
                <a:cs typeface="Century Gothic"/>
              </a:rPr>
              <a:t>Sensor,</a:t>
            </a:r>
            <a:r>
              <a:rPr dirty="0" sz="3600" spc="-425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600" spc="-345" b="0">
                <a:solidFill>
                  <a:srgbClr val="000000"/>
                </a:solidFill>
                <a:latin typeface="Century Gothic"/>
                <a:cs typeface="Century Gothic"/>
              </a:rPr>
              <a:t>Smoke</a:t>
            </a:r>
            <a:r>
              <a:rPr dirty="0" sz="3600" spc="-130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600" spc="-245" b="0">
                <a:solidFill>
                  <a:srgbClr val="000000"/>
                </a:solidFill>
                <a:latin typeface="Century Gothic"/>
                <a:cs typeface="Century Gothic"/>
              </a:rPr>
              <a:t>Sensor,</a:t>
            </a:r>
            <a:r>
              <a:rPr dirty="0" sz="3600" spc="-425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600" spc="-315" b="0">
                <a:solidFill>
                  <a:srgbClr val="000000"/>
                </a:solidFill>
                <a:latin typeface="Century Gothic"/>
                <a:cs typeface="Century Gothic"/>
              </a:rPr>
              <a:t>Flame </a:t>
            </a:r>
            <a:r>
              <a:rPr dirty="0" sz="3600" spc="-245" b="0">
                <a:solidFill>
                  <a:srgbClr val="000000"/>
                </a:solidFill>
                <a:latin typeface="Century Gothic"/>
                <a:cs typeface="Century Gothic"/>
              </a:rPr>
              <a:t>Sensor,</a:t>
            </a:r>
            <a:r>
              <a:rPr dirty="0" sz="3600" spc="-540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600" spc="-355" b="0">
                <a:solidFill>
                  <a:srgbClr val="000000"/>
                </a:solidFill>
                <a:latin typeface="Century Gothic"/>
                <a:cs typeface="Century Gothic"/>
              </a:rPr>
              <a:t>Temperature</a:t>
            </a:r>
            <a:r>
              <a:rPr dirty="0" sz="3600" spc="-130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600" spc="-245" b="0">
                <a:solidFill>
                  <a:srgbClr val="000000"/>
                </a:solidFill>
                <a:latin typeface="Century Gothic"/>
                <a:cs typeface="Century Gothic"/>
              </a:rPr>
              <a:t>Sensor,</a:t>
            </a:r>
            <a:r>
              <a:rPr dirty="0" sz="3600" spc="-420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600" spc="-555" b="0">
                <a:solidFill>
                  <a:srgbClr val="000000"/>
                </a:solidFill>
                <a:latin typeface="Century Gothic"/>
                <a:cs typeface="Century Gothic"/>
              </a:rPr>
              <a:t>C/C++,</a:t>
            </a:r>
            <a:r>
              <a:rPr dirty="0" sz="3600" spc="-425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600" spc="-305" b="0">
                <a:solidFill>
                  <a:srgbClr val="000000"/>
                </a:solidFill>
                <a:latin typeface="Century Gothic"/>
                <a:cs typeface="Century Gothic"/>
              </a:rPr>
              <a:t>React.js,</a:t>
            </a:r>
            <a:r>
              <a:rPr dirty="0" sz="3600" spc="-425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600" spc="-80" b="0">
                <a:solidFill>
                  <a:srgbClr val="000000"/>
                </a:solidFill>
                <a:latin typeface="Century Gothic"/>
                <a:cs typeface="Century Gothic"/>
              </a:rPr>
              <a:t>HTML,</a:t>
            </a:r>
            <a:r>
              <a:rPr dirty="0" sz="3600" spc="-420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600" spc="-285" b="0">
                <a:solidFill>
                  <a:srgbClr val="000000"/>
                </a:solidFill>
                <a:latin typeface="Century Gothic"/>
                <a:cs typeface="Century Gothic"/>
              </a:rPr>
              <a:t>CSS, </a:t>
            </a:r>
            <a:r>
              <a:rPr dirty="0" sz="3600" spc="-360" b="0">
                <a:solidFill>
                  <a:srgbClr val="000000"/>
                </a:solidFill>
                <a:latin typeface="Century Gothic"/>
                <a:cs typeface="Century Gothic"/>
              </a:rPr>
              <a:t>JavaScript,</a:t>
            </a:r>
            <a:r>
              <a:rPr dirty="0" sz="3600" spc="-420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600" spc="-290" b="0">
                <a:solidFill>
                  <a:srgbClr val="000000"/>
                </a:solidFill>
                <a:latin typeface="Century Gothic"/>
                <a:cs typeface="Century Gothic"/>
              </a:rPr>
              <a:t>Node.js,</a:t>
            </a:r>
            <a:r>
              <a:rPr dirty="0" sz="3600" spc="-415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600" spc="-85" b="0">
                <a:solidFill>
                  <a:srgbClr val="000000"/>
                </a:solidFill>
                <a:latin typeface="Century Gothic"/>
                <a:cs typeface="Century Gothic"/>
              </a:rPr>
              <a:t>M</a:t>
            </a:r>
            <a:r>
              <a:rPr dirty="0" sz="3600" spc="-315" b="0">
                <a:solidFill>
                  <a:srgbClr val="000000"/>
                </a:solidFill>
                <a:latin typeface="Century Gothic"/>
                <a:cs typeface="Century Gothic"/>
              </a:rPr>
              <a:t>Q</a:t>
            </a:r>
            <a:r>
              <a:rPr dirty="0" sz="3600" b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dirty="0" sz="3600" spc="-60" b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dirty="0" sz="3600" spc="-90" b="0">
                <a:solidFill>
                  <a:srgbClr val="000000"/>
                </a:solidFill>
                <a:latin typeface="Century Gothic"/>
                <a:cs typeface="Century Gothic"/>
              </a:rPr>
              <a:t>/</a:t>
            </a:r>
            <a:r>
              <a:rPr dirty="0" sz="3600" spc="-75" b="0">
                <a:solidFill>
                  <a:srgbClr val="000000"/>
                </a:solidFill>
                <a:latin typeface="Century Gothic"/>
                <a:cs typeface="Century Gothic"/>
              </a:rPr>
              <a:t>H</a:t>
            </a:r>
            <a:r>
              <a:rPr dirty="0" sz="3600" b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dirty="0" sz="3600" spc="-60" b="0">
                <a:solidFill>
                  <a:srgbClr val="000000"/>
                </a:solidFill>
                <a:latin typeface="Century Gothic"/>
                <a:cs typeface="Century Gothic"/>
              </a:rPr>
              <a:t>T</a:t>
            </a:r>
            <a:r>
              <a:rPr dirty="0" sz="3600" spc="-575" b="0">
                <a:solidFill>
                  <a:srgbClr val="000000"/>
                </a:solidFill>
                <a:latin typeface="Century Gothic"/>
                <a:cs typeface="Century Gothic"/>
              </a:rPr>
              <a:t>P</a:t>
            </a:r>
            <a:r>
              <a:rPr dirty="0" sz="3600" spc="-5" b="0">
                <a:solidFill>
                  <a:srgbClr val="000000"/>
                </a:solidFill>
                <a:latin typeface="Century Gothic"/>
                <a:cs typeface="Century Gothic"/>
              </a:rPr>
              <a:t>,</a:t>
            </a:r>
            <a:r>
              <a:rPr dirty="0" sz="3600" spc="-415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600" spc="-535" b="0">
                <a:solidFill>
                  <a:srgbClr val="000000"/>
                </a:solidFill>
                <a:latin typeface="Century Gothic"/>
                <a:cs typeface="Century Gothic"/>
              </a:rPr>
              <a:t>and</a:t>
            </a:r>
            <a:r>
              <a:rPr dirty="0" sz="3600" spc="-125" b="0">
                <a:solidFill>
                  <a:srgbClr val="000000"/>
                </a:solidFill>
                <a:latin typeface="Century Gothic"/>
                <a:cs typeface="Century Gothic"/>
              </a:rPr>
              <a:t> </a:t>
            </a:r>
            <a:r>
              <a:rPr dirty="0" sz="3600" spc="-405" b="0">
                <a:solidFill>
                  <a:srgbClr val="000000"/>
                </a:solidFill>
                <a:latin typeface="Century Gothic"/>
                <a:cs typeface="Century Gothic"/>
              </a:rPr>
              <a:t>MongoDB.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52283" y="2650790"/>
            <a:ext cx="11384915" cy="105981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66825" marR="5080" indent="-1254760">
              <a:lnSpc>
                <a:spcPts val="3829"/>
              </a:lnSpc>
              <a:spcBef>
                <a:spcPts val="635"/>
              </a:spcBef>
            </a:pPr>
            <a:r>
              <a:rPr dirty="0" sz="3600" spc="-105">
                <a:latin typeface="Century Gothic"/>
                <a:cs typeface="Century Gothic"/>
              </a:rPr>
              <a:t>Lines</a:t>
            </a:r>
            <a:r>
              <a:rPr dirty="0" sz="3600" spc="-135">
                <a:latin typeface="Century Gothic"/>
                <a:cs typeface="Century Gothic"/>
              </a:rPr>
              <a:t> </a:t>
            </a:r>
            <a:r>
              <a:rPr dirty="0" sz="3600" spc="-270">
                <a:latin typeface="Century Gothic"/>
                <a:cs typeface="Century Gothic"/>
              </a:rPr>
              <a:t>of</a:t>
            </a:r>
            <a:r>
              <a:rPr dirty="0" sz="3600" spc="-135">
                <a:latin typeface="Century Gothic"/>
                <a:cs typeface="Century Gothic"/>
              </a:rPr>
              <a:t> </a:t>
            </a:r>
            <a:r>
              <a:rPr dirty="0" sz="3600" spc="-680">
                <a:latin typeface="Century Gothic"/>
                <a:cs typeface="Century Gothic"/>
              </a:rPr>
              <a:t>Code</a:t>
            </a:r>
            <a:r>
              <a:rPr dirty="0" sz="3600" spc="-130">
                <a:latin typeface="Century Gothic"/>
                <a:cs typeface="Century Gothic"/>
              </a:rPr>
              <a:t> </a:t>
            </a:r>
            <a:r>
              <a:rPr dirty="0" sz="3600" spc="-295">
                <a:latin typeface="Century Gothic"/>
                <a:cs typeface="Century Gothic"/>
              </a:rPr>
              <a:t>(Estimated):</a:t>
            </a:r>
            <a:r>
              <a:rPr dirty="0" sz="3600" spc="-135">
                <a:latin typeface="Century Gothic"/>
                <a:cs typeface="Century Gothic"/>
              </a:rPr>
              <a:t> </a:t>
            </a:r>
            <a:r>
              <a:rPr dirty="0" sz="3600" spc="-35">
                <a:latin typeface="Century Gothic"/>
                <a:cs typeface="Century Gothic"/>
              </a:rPr>
              <a:t>1,000–</a:t>
            </a:r>
            <a:r>
              <a:rPr dirty="0" sz="3600" spc="-180">
                <a:latin typeface="Century Gothic"/>
                <a:cs typeface="Century Gothic"/>
              </a:rPr>
              <a:t>2,500+</a:t>
            </a:r>
            <a:r>
              <a:rPr dirty="0" sz="3600" spc="-130">
                <a:latin typeface="Century Gothic"/>
                <a:cs typeface="Century Gothic"/>
              </a:rPr>
              <a:t> </a:t>
            </a:r>
            <a:r>
              <a:rPr dirty="0" sz="3600" spc="-110">
                <a:latin typeface="Century Gothic"/>
                <a:cs typeface="Century Gothic"/>
              </a:rPr>
              <a:t>lines,</a:t>
            </a:r>
            <a:r>
              <a:rPr dirty="0" sz="3600" spc="-425">
                <a:latin typeface="Century Gothic"/>
                <a:cs typeface="Century Gothic"/>
              </a:rPr>
              <a:t> </a:t>
            </a:r>
            <a:r>
              <a:rPr dirty="0" sz="3600" spc="-434">
                <a:latin typeface="Century Gothic"/>
                <a:cs typeface="Century Gothic"/>
              </a:rPr>
              <a:t>depending</a:t>
            </a:r>
            <a:r>
              <a:rPr dirty="0" sz="3600" spc="-135">
                <a:latin typeface="Century Gothic"/>
                <a:cs typeface="Century Gothic"/>
              </a:rPr>
              <a:t> </a:t>
            </a:r>
            <a:r>
              <a:rPr dirty="0" sz="3600" spc="-405">
                <a:latin typeface="Century Gothic"/>
                <a:cs typeface="Century Gothic"/>
              </a:rPr>
              <a:t>on </a:t>
            </a:r>
            <a:r>
              <a:rPr dirty="0" sz="3600" spc="-300">
                <a:latin typeface="Century Gothic"/>
                <a:cs typeface="Century Gothic"/>
              </a:rPr>
              <a:t>the</a:t>
            </a:r>
            <a:r>
              <a:rPr dirty="0" sz="3600" spc="-165">
                <a:latin typeface="Century Gothic"/>
                <a:cs typeface="Century Gothic"/>
              </a:rPr>
              <a:t> </a:t>
            </a:r>
            <a:r>
              <a:rPr dirty="0" sz="3600" spc="-300">
                <a:latin typeface="Century Gothic"/>
                <a:cs typeface="Century Gothic"/>
              </a:rPr>
              <a:t>implementation</a:t>
            </a:r>
            <a:r>
              <a:rPr dirty="0" sz="3600" spc="-160">
                <a:latin typeface="Century Gothic"/>
                <a:cs typeface="Century Gothic"/>
              </a:rPr>
              <a:t> </a:t>
            </a:r>
            <a:r>
              <a:rPr dirty="0" sz="3600" spc="-535">
                <a:latin typeface="Century Gothic"/>
                <a:cs typeface="Century Gothic"/>
              </a:rPr>
              <a:t>and</a:t>
            </a:r>
            <a:r>
              <a:rPr dirty="0" sz="3600" spc="-160">
                <a:latin typeface="Century Gothic"/>
                <a:cs typeface="Century Gothic"/>
              </a:rPr>
              <a:t> </a:t>
            </a:r>
            <a:r>
              <a:rPr dirty="0" sz="3600" spc="-440">
                <a:latin typeface="Century Gothic"/>
                <a:cs typeface="Century Gothic"/>
              </a:rPr>
              <a:t>dashboard</a:t>
            </a:r>
            <a:r>
              <a:rPr dirty="0" sz="3600" spc="-160">
                <a:latin typeface="Century Gothic"/>
                <a:cs typeface="Century Gothic"/>
              </a:rPr>
              <a:t> </a:t>
            </a:r>
            <a:r>
              <a:rPr dirty="0" sz="3600" spc="-335">
                <a:latin typeface="Century Gothic"/>
                <a:cs typeface="Century Gothic"/>
              </a:rPr>
              <a:t>complexity.</a:t>
            </a:r>
            <a:endParaRPr sz="3600">
              <a:latin typeface="Century Gothic"/>
              <a:cs typeface="Century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2623" y="4065521"/>
            <a:ext cx="10334624" cy="58102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" y="602176"/>
            <a:ext cx="5165725" cy="8995410"/>
          </a:xfrm>
          <a:prstGeom prst="rect"/>
          <a:solidFill>
            <a:srgbClr val="40B9D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5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50"/>
              </a:spcBef>
            </a:pPr>
            <a:endParaRPr sz="5400">
              <a:latin typeface="Times New Roman"/>
              <a:cs typeface="Times New Roman"/>
            </a:endParaRPr>
          </a:p>
          <a:p>
            <a:pPr algn="ctr" marL="670560" marR="648970">
              <a:lnSpc>
                <a:spcPts val="5780"/>
              </a:lnSpc>
              <a:spcBef>
                <a:spcPts val="5"/>
              </a:spcBef>
            </a:pPr>
            <a:r>
              <a:rPr dirty="0" sz="5400" spc="-405" b="0">
                <a:latin typeface="Century Gothic"/>
                <a:cs typeface="Century Gothic"/>
              </a:rPr>
              <a:t>Innovation</a:t>
            </a:r>
            <a:r>
              <a:rPr dirty="0" sz="5400" spc="-245" b="0">
                <a:latin typeface="Century Gothic"/>
                <a:cs typeface="Century Gothic"/>
              </a:rPr>
              <a:t> </a:t>
            </a:r>
            <a:r>
              <a:rPr dirty="0" sz="5400" spc="-525" b="0">
                <a:latin typeface="Century Gothic"/>
                <a:cs typeface="Century Gothic"/>
              </a:rPr>
              <a:t>/ </a:t>
            </a:r>
            <a:r>
              <a:rPr dirty="0" sz="5400" spc="-409" b="0">
                <a:latin typeface="Century Gothic"/>
                <a:cs typeface="Century Gothic"/>
              </a:rPr>
              <a:t>Novelty: </a:t>
            </a:r>
            <a:r>
              <a:rPr dirty="0" sz="5400" spc="-570" b="0">
                <a:latin typeface="Century Gothic"/>
                <a:cs typeface="Century Gothic"/>
              </a:rPr>
              <a:t>KitchenGuard </a:t>
            </a:r>
            <a:r>
              <a:rPr dirty="0" sz="5400" spc="-25" b="0">
                <a:latin typeface="Century Gothic"/>
                <a:cs typeface="Century Gothic"/>
              </a:rPr>
              <a:t>360</a:t>
            </a:r>
            <a:endParaRPr sz="5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66486" y="569474"/>
            <a:ext cx="10791825" cy="314198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algn="ctr" marL="12700" marR="5080">
              <a:lnSpc>
                <a:spcPts val="3450"/>
              </a:lnSpc>
              <a:spcBef>
                <a:spcPts val="540"/>
              </a:spcBef>
            </a:pPr>
            <a:r>
              <a:rPr dirty="0" sz="3200" spc="-335">
                <a:latin typeface="Century Gothic"/>
                <a:cs typeface="Century Gothic"/>
              </a:rPr>
              <a:t>KitchenGuard</a:t>
            </a:r>
            <a:r>
              <a:rPr dirty="0" sz="3200" spc="-114">
                <a:latin typeface="Century Gothic"/>
                <a:cs typeface="Century Gothic"/>
              </a:rPr>
              <a:t> </a:t>
            </a:r>
            <a:r>
              <a:rPr dirty="0" sz="3200" spc="-85">
                <a:latin typeface="Century Gothic"/>
                <a:cs typeface="Century Gothic"/>
              </a:rPr>
              <a:t>360</a:t>
            </a:r>
            <a:r>
              <a:rPr dirty="0" sz="3200" spc="-110">
                <a:latin typeface="Century Gothic"/>
                <a:cs typeface="Century Gothic"/>
              </a:rPr>
              <a:t> </a:t>
            </a:r>
            <a:r>
              <a:rPr dirty="0" sz="3200" spc="-250">
                <a:latin typeface="Century Gothic"/>
                <a:cs typeface="Century Gothic"/>
              </a:rPr>
              <a:t>integrates</a:t>
            </a:r>
            <a:r>
              <a:rPr dirty="0" sz="3200" spc="-110">
                <a:latin typeface="Century Gothic"/>
                <a:cs typeface="Century Gothic"/>
              </a:rPr>
              <a:t> </a:t>
            </a:r>
            <a:r>
              <a:rPr dirty="0" sz="3200" spc="-150">
                <a:latin typeface="Century Gothic"/>
                <a:cs typeface="Century Gothic"/>
              </a:rPr>
              <a:t>multiple</a:t>
            </a:r>
            <a:r>
              <a:rPr dirty="0" sz="3200" spc="-110">
                <a:latin typeface="Century Gothic"/>
                <a:cs typeface="Century Gothic"/>
              </a:rPr>
              <a:t> </a:t>
            </a:r>
            <a:r>
              <a:rPr dirty="0" sz="3200">
                <a:latin typeface="Century Gothic"/>
                <a:cs typeface="Century Gothic"/>
              </a:rPr>
              <a:t>IoT</a:t>
            </a:r>
            <a:r>
              <a:rPr dirty="0" sz="3200" spc="-250">
                <a:latin typeface="Century Gothic"/>
                <a:cs typeface="Century Gothic"/>
              </a:rPr>
              <a:t> </a:t>
            </a:r>
            <a:r>
              <a:rPr dirty="0" sz="3200" spc="-150">
                <a:latin typeface="Century Gothic"/>
                <a:cs typeface="Century Gothic"/>
              </a:rPr>
              <a:t>sensors</a:t>
            </a:r>
            <a:r>
              <a:rPr dirty="0" sz="3200" spc="-110">
                <a:latin typeface="Century Gothic"/>
                <a:cs typeface="Century Gothic"/>
              </a:rPr>
              <a:t> </a:t>
            </a:r>
            <a:r>
              <a:rPr dirty="0" sz="3200" spc="-135">
                <a:latin typeface="Century Gothic"/>
                <a:cs typeface="Century Gothic"/>
              </a:rPr>
              <a:t>with</a:t>
            </a:r>
            <a:r>
              <a:rPr dirty="0" sz="3200" spc="-114">
                <a:latin typeface="Century Gothic"/>
                <a:cs typeface="Century Gothic"/>
              </a:rPr>
              <a:t> </a:t>
            </a:r>
            <a:r>
              <a:rPr dirty="0" sz="3200" spc="-445">
                <a:latin typeface="Century Gothic"/>
                <a:cs typeface="Century Gothic"/>
              </a:rPr>
              <a:t>an</a:t>
            </a:r>
            <a:r>
              <a:rPr dirty="0" sz="3200" spc="-110">
                <a:latin typeface="Century Gothic"/>
                <a:cs typeface="Century Gothic"/>
              </a:rPr>
              <a:t> </a:t>
            </a:r>
            <a:r>
              <a:rPr dirty="0" sz="3200" spc="-10">
                <a:latin typeface="Century Gothic"/>
                <a:cs typeface="Century Gothic"/>
              </a:rPr>
              <a:t>ESP32 </a:t>
            </a:r>
            <a:r>
              <a:rPr dirty="0" sz="3200" spc="-254">
                <a:latin typeface="Century Gothic"/>
                <a:cs typeface="Century Gothic"/>
              </a:rPr>
              <a:t>to</a:t>
            </a:r>
            <a:r>
              <a:rPr dirty="0" sz="3200" spc="-145">
                <a:latin typeface="Century Gothic"/>
                <a:cs typeface="Century Gothic"/>
              </a:rPr>
              <a:t> </a:t>
            </a:r>
            <a:r>
              <a:rPr dirty="0" sz="3200" spc="-220">
                <a:latin typeface="Century Gothic"/>
                <a:cs typeface="Century Gothic"/>
              </a:rPr>
              <a:t>monitor</a:t>
            </a:r>
            <a:r>
              <a:rPr dirty="0" sz="3200" spc="-140">
                <a:latin typeface="Century Gothic"/>
                <a:cs typeface="Century Gothic"/>
              </a:rPr>
              <a:t> </a:t>
            </a:r>
            <a:r>
              <a:rPr dirty="0" sz="3200" spc="-320">
                <a:latin typeface="Century Gothic"/>
                <a:cs typeface="Century Gothic"/>
              </a:rPr>
              <a:t>LPG</a:t>
            </a:r>
            <a:r>
              <a:rPr dirty="0" sz="3200" spc="-140">
                <a:latin typeface="Century Gothic"/>
                <a:cs typeface="Century Gothic"/>
              </a:rPr>
              <a:t> </a:t>
            </a:r>
            <a:r>
              <a:rPr dirty="0" sz="3200" spc="-375">
                <a:latin typeface="Century Gothic"/>
                <a:cs typeface="Century Gothic"/>
              </a:rPr>
              <a:t>leakage,</a:t>
            </a:r>
            <a:r>
              <a:rPr dirty="0" sz="3200" spc="-390">
                <a:latin typeface="Century Gothic"/>
                <a:cs typeface="Century Gothic"/>
              </a:rPr>
              <a:t> </a:t>
            </a:r>
            <a:r>
              <a:rPr dirty="0" sz="3200" spc="-295">
                <a:latin typeface="Century Gothic"/>
                <a:cs typeface="Century Gothic"/>
              </a:rPr>
              <a:t>smoke,</a:t>
            </a:r>
            <a:r>
              <a:rPr dirty="0" sz="3200" spc="-395">
                <a:latin typeface="Century Gothic"/>
                <a:cs typeface="Century Gothic"/>
              </a:rPr>
              <a:t> </a:t>
            </a:r>
            <a:r>
              <a:rPr dirty="0" sz="3200" spc="-275">
                <a:latin typeface="Century Gothic"/>
                <a:cs typeface="Century Gothic"/>
              </a:rPr>
              <a:t>flame,</a:t>
            </a:r>
            <a:r>
              <a:rPr dirty="0" sz="3200" spc="-395">
                <a:latin typeface="Century Gothic"/>
                <a:cs typeface="Century Gothic"/>
              </a:rPr>
              <a:t> </a:t>
            </a:r>
            <a:r>
              <a:rPr dirty="0" sz="3200" spc="-480">
                <a:latin typeface="Century Gothic"/>
                <a:cs typeface="Century Gothic"/>
              </a:rPr>
              <a:t>and</a:t>
            </a:r>
            <a:r>
              <a:rPr dirty="0" sz="3200" spc="-140">
                <a:latin typeface="Century Gothic"/>
                <a:cs typeface="Century Gothic"/>
              </a:rPr>
              <a:t> </a:t>
            </a:r>
            <a:r>
              <a:rPr dirty="0" sz="3200" spc="-320">
                <a:latin typeface="Century Gothic"/>
                <a:cs typeface="Century Gothic"/>
              </a:rPr>
              <a:t>temperature</a:t>
            </a:r>
            <a:r>
              <a:rPr dirty="0" sz="3200" spc="-140">
                <a:latin typeface="Century Gothic"/>
                <a:cs typeface="Century Gothic"/>
              </a:rPr>
              <a:t> </a:t>
            </a:r>
            <a:r>
              <a:rPr dirty="0" sz="3200">
                <a:latin typeface="Century Gothic"/>
                <a:cs typeface="Century Gothic"/>
              </a:rPr>
              <a:t>in</a:t>
            </a:r>
            <a:r>
              <a:rPr dirty="0" sz="3200" spc="-140">
                <a:latin typeface="Century Gothic"/>
                <a:cs typeface="Century Gothic"/>
              </a:rPr>
              <a:t> </a:t>
            </a:r>
            <a:r>
              <a:rPr dirty="0" sz="3200" spc="-20">
                <a:latin typeface="Century Gothic"/>
                <a:cs typeface="Century Gothic"/>
              </a:rPr>
              <a:t>real </a:t>
            </a:r>
            <a:r>
              <a:rPr dirty="0" sz="3200" spc="-229">
                <a:latin typeface="Century Gothic"/>
                <a:cs typeface="Century Gothic"/>
              </a:rPr>
              <a:t>time.</a:t>
            </a:r>
            <a:r>
              <a:rPr dirty="0" sz="3200" spc="-385">
                <a:latin typeface="Century Gothic"/>
                <a:cs typeface="Century Gothic"/>
              </a:rPr>
              <a:t> </a:t>
            </a:r>
            <a:r>
              <a:rPr dirty="0" sz="3200" spc="55">
                <a:latin typeface="Century Gothic"/>
                <a:cs typeface="Century Gothic"/>
              </a:rPr>
              <a:t>Its</a:t>
            </a:r>
            <a:r>
              <a:rPr dirty="0" sz="3200" spc="-130">
                <a:latin typeface="Century Gothic"/>
                <a:cs typeface="Century Gothic"/>
              </a:rPr>
              <a:t> </a:t>
            </a:r>
            <a:r>
              <a:rPr dirty="0" sz="3200" spc="-330">
                <a:latin typeface="Century Gothic"/>
                <a:cs typeface="Century Gothic"/>
              </a:rPr>
              <a:t>key</a:t>
            </a:r>
            <a:r>
              <a:rPr dirty="0" sz="3200" spc="-245">
                <a:latin typeface="Century Gothic"/>
                <a:cs typeface="Century Gothic"/>
              </a:rPr>
              <a:t> </a:t>
            </a:r>
            <a:r>
              <a:rPr dirty="0" sz="3200" spc="-254">
                <a:latin typeface="Century Gothic"/>
                <a:cs typeface="Century Gothic"/>
              </a:rPr>
              <a:t>innovation</a:t>
            </a:r>
            <a:r>
              <a:rPr dirty="0" sz="3200" spc="-125">
                <a:latin typeface="Century Gothic"/>
                <a:cs typeface="Century Gothic"/>
              </a:rPr>
              <a:t> </a:t>
            </a:r>
            <a:r>
              <a:rPr dirty="0" sz="3200" spc="125">
                <a:latin typeface="Century Gothic"/>
                <a:cs typeface="Century Gothic"/>
              </a:rPr>
              <a:t>is</a:t>
            </a:r>
            <a:r>
              <a:rPr dirty="0" sz="3200" spc="-130">
                <a:latin typeface="Century Gothic"/>
                <a:cs typeface="Century Gothic"/>
              </a:rPr>
              <a:t> </a:t>
            </a:r>
            <a:r>
              <a:rPr dirty="0" sz="3200" spc="-615">
                <a:latin typeface="Century Gothic"/>
                <a:cs typeface="Century Gothic"/>
              </a:rPr>
              <a:t>a</a:t>
            </a:r>
            <a:r>
              <a:rPr dirty="0" sz="3200" spc="-125">
                <a:latin typeface="Century Gothic"/>
                <a:cs typeface="Century Gothic"/>
              </a:rPr>
              <a:t> </a:t>
            </a:r>
            <a:r>
              <a:rPr dirty="0" sz="3200" spc="-265">
                <a:latin typeface="Century Gothic"/>
                <a:cs typeface="Century Gothic"/>
              </a:rPr>
              <a:t>centralized</a:t>
            </a:r>
            <a:r>
              <a:rPr dirty="0" sz="3200" spc="-125">
                <a:latin typeface="Century Gothic"/>
                <a:cs typeface="Century Gothic"/>
              </a:rPr>
              <a:t> </a:t>
            </a:r>
            <a:r>
              <a:rPr dirty="0" sz="3200" spc="-200">
                <a:latin typeface="Century Gothic"/>
                <a:cs typeface="Century Gothic"/>
              </a:rPr>
              <a:t>smart</a:t>
            </a:r>
            <a:r>
              <a:rPr dirty="0" sz="3200" spc="-130">
                <a:latin typeface="Century Gothic"/>
                <a:cs typeface="Century Gothic"/>
              </a:rPr>
              <a:t> </a:t>
            </a:r>
            <a:r>
              <a:rPr dirty="0" sz="3200" spc="-395">
                <a:latin typeface="Century Gothic"/>
                <a:cs typeface="Century Gothic"/>
              </a:rPr>
              <a:t>dashboard</a:t>
            </a:r>
            <a:r>
              <a:rPr dirty="0" sz="3200" spc="-125">
                <a:latin typeface="Century Gothic"/>
                <a:cs typeface="Century Gothic"/>
              </a:rPr>
              <a:t> </a:t>
            </a:r>
            <a:r>
              <a:rPr dirty="0" sz="3200" spc="-20">
                <a:latin typeface="Century Gothic"/>
                <a:cs typeface="Century Gothic"/>
              </a:rPr>
              <a:t>with </a:t>
            </a:r>
            <a:r>
              <a:rPr dirty="0" sz="3200" spc="-80">
                <a:latin typeface="Century Gothic"/>
                <a:cs typeface="Century Gothic"/>
              </a:rPr>
              <a:t>multi-</a:t>
            </a:r>
            <a:r>
              <a:rPr dirty="0" sz="3200" spc="-190">
                <a:latin typeface="Century Gothic"/>
                <a:cs typeface="Century Gothic"/>
              </a:rPr>
              <a:t>level</a:t>
            </a:r>
            <a:r>
              <a:rPr dirty="0" sz="3200" spc="-35">
                <a:latin typeface="Century Gothic"/>
                <a:cs typeface="Century Gothic"/>
              </a:rPr>
              <a:t> </a:t>
            </a:r>
            <a:r>
              <a:rPr dirty="0" sz="3200">
                <a:latin typeface="Century Gothic"/>
                <a:cs typeface="Century Gothic"/>
              </a:rPr>
              <a:t>risk</a:t>
            </a:r>
            <a:r>
              <a:rPr dirty="0" sz="3200" spc="-145">
                <a:latin typeface="Century Gothic"/>
                <a:cs typeface="Century Gothic"/>
              </a:rPr>
              <a:t> </a:t>
            </a:r>
            <a:r>
              <a:rPr dirty="0" sz="3200" spc="-235">
                <a:latin typeface="Century Gothic"/>
                <a:cs typeface="Century Gothic"/>
              </a:rPr>
              <a:t>assessment,</a:t>
            </a:r>
            <a:r>
              <a:rPr dirty="0" sz="3200" spc="-320">
                <a:latin typeface="Century Gothic"/>
                <a:cs typeface="Century Gothic"/>
              </a:rPr>
              <a:t> </a:t>
            </a:r>
            <a:r>
              <a:rPr dirty="0" sz="3200" spc="-165">
                <a:latin typeface="Century Gothic"/>
                <a:cs typeface="Century Gothic"/>
              </a:rPr>
              <a:t>instant</a:t>
            </a:r>
            <a:r>
              <a:rPr dirty="0" sz="3200" spc="-35">
                <a:latin typeface="Century Gothic"/>
                <a:cs typeface="Century Gothic"/>
              </a:rPr>
              <a:t> </a:t>
            </a:r>
            <a:r>
              <a:rPr dirty="0" sz="3200" spc="-150">
                <a:latin typeface="Century Gothic"/>
                <a:cs typeface="Century Gothic"/>
              </a:rPr>
              <a:t>alerts,</a:t>
            </a:r>
            <a:r>
              <a:rPr dirty="0" sz="3200" spc="-320">
                <a:latin typeface="Century Gothic"/>
                <a:cs typeface="Century Gothic"/>
              </a:rPr>
              <a:t> </a:t>
            </a:r>
            <a:r>
              <a:rPr dirty="0" sz="3200" spc="-160">
                <a:latin typeface="Century Gothic"/>
                <a:cs typeface="Century Gothic"/>
              </a:rPr>
              <a:t>sensor-</a:t>
            </a:r>
            <a:r>
              <a:rPr dirty="0" sz="3200" spc="-265">
                <a:latin typeface="Century Gothic"/>
                <a:cs typeface="Century Gothic"/>
              </a:rPr>
              <a:t>health </a:t>
            </a:r>
            <a:r>
              <a:rPr dirty="0" sz="3200" spc="-220">
                <a:latin typeface="Century Gothic"/>
                <a:cs typeface="Century Gothic"/>
              </a:rPr>
              <a:t>monitoring,</a:t>
            </a:r>
            <a:r>
              <a:rPr dirty="0" sz="3200" spc="-375">
                <a:latin typeface="Century Gothic"/>
                <a:cs typeface="Century Gothic"/>
              </a:rPr>
              <a:t> </a:t>
            </a:r>
            <a:r>
              <a:rPr dirty="0" sz="3200" spc="-480">
                <a:latin typeface="Century Gothic"/>
                <a:cs typeface="Century Gothic"/>
              </a:rPr>
              <a:t>and</a:t>
            </a:r>
            <a:r>
              <a:rPr dirty="0" sz="3200" spc="-110">
                <a:latin typeface="Century Gothic"/>
                <a:cs typeface="Century Gothic"/>
              </a:rPr>
              <a:t> </a:t>
            </a:r>
            <a:r>
              <a:rPr dirty="0" sz="3200" spc="-160">
                <a:latin typeface="Century Gothic"/>
                <a:cs typeface="Century Gothic"/>
              </a:rPr>
              <a:t>historical</a:t>
            </a:r>
            <a:r>
              <a:rPr dirty="0" sz="3200" spc="-110">
                <a:latin typeface="Century Gothic"/>
                <a:cs typeface="Century Gothic"/>
              </a:rPr>
              <a:t> </a:t>
            </a:r>
            <a:r>
              <a:rPr dirty="0" sz="3200" spc="-475">
                <a:latin typeface="Century Gothic"/>
                <a:cs typeface="Century Gothic"/>
              </a:rPr>
              <a:t>data</a:t>
            </a:r>
            <a:r>
              <a:rPr dirty="0" sz="3200" spc="-110">
                <a:latin typeface="Century Gothic"/>
                <a:cs typeface="Century Gothic"/>
              </a:rPr>
              <a:t> </a:t>
            </a:r>
            <a:r>
              <a:rPr dirty="0" sz="3200" spc="-260">
                <a:latin typeface="Century Gothic"/>
                <a:cs typeface="Century Gothic"/>
              </a:rPr>
              <a:t>tracking,</a:t>
            </a:r>
            <a:r>
              <a:rPr dirty="0" sz="3200" spc="-370">
                <a:latin typeface="Century Gothic"/>
                <a:cs typeface="Century Gothic"/>
              </a:rPr>
              <a:t> </a:t>
            </a:r>
            <a:r>
              <a:rPr dirty="0" sz="3200" spc="-295">
                <a:latin typeface="Century Gothic"/>
                <a:cs typeface="Century Gothic"/>
              </a:rPr>
              <a:t>enabling</a:t>
            </a:r>
            <a:r>
              <a:rPr dirty="0" sz="3200" spc="-110">
                <a:latin typeface="Century Gothic"/>
                <a:cs typeface="Century Gothic"/>
              </a:rPr>
              <a:t> </a:t>
            </a:r>
            <a:r>
              <a:rPr dirty="0" sz="3200" spc="-229">
                <a:latin typeface="Century Gothic"/>
                <a:cs typeface="Century Gothic"/>
              </a:rPr>
              <a:t>early </a:t>
            </a:r>
            <a:r>
              <a:rPr dirty="0" sz="3200" spc="-355">
                <a:latin typeface="Century Gothic"/>
                <a:cs typeface="Century Gothic"/>
              </a:rPr>
              <a:t>hazard </a:t>
            </a:r>
            <a:r>
              <a:rPr dirty="0" sz="3200" spc="-335">
                <a:latin typeface="Century Gothic"/>
                <a:cs typeface="Century Gothic"/>
              </a:rPr>
              <a:t>detection</a:t>
            </a:r>
            <a:r>
              <a:rPr dirty="0" sz="3200" spc="-145">
                <a:latin typeface="Century Gothic"/>
                <a:cs typeface="Century Gothic"/>
              </a:rPr>
              <a:t> </a:t>
            </a:r>
            <a:r>
              <a:rPr dirty="0" sz="3200" spc="-480">
                <a:latin typeface="Century Gothic"/>
                <a:cs typeface="Century Gothic"/>
              </a:rPr>
              <a:t>and</a:t>
            </a:r>
            <a:r>
              <a:rPr dirty="0" sz="3200" spc="-145">
                <a:latin typeface="Century Gothic"/>
                <a:cs typeface="Century Gothic"/>
              </a:rPr>
              <a:t> </a:t>
            </a:r>
            <a:r>
              <a:rPr dirty="0" sz="3200" spc="-330">
                <a:latin typeface="Century Gothic"/>
                <a:cs typeface="Century Gothic"/>
              </a:rPr>
              <a:t>improved</a:t>
            </a:r>
            <a:r>
              <a:rPr dirty="0" sz="3200" spc="-145">
                <a:latin typeface="Century Gothic"/>
                <a:cs typeface="Century Gothic"/>
              </a:rPr>
              <a:t> </a:t>
            </a:r>
            <a:r>
              <a:rPr dirty="0" sz="3200" spc="-254">
                <a:latin typeface="Century Gothic"/>
                <a:cs typeface="Century Gothic"/>
              </a:rPr>
              <a:t>safety</a:t>
            </a:r>
            <a:r>
              <a:rPr dirty="0" sz="3200" spc="-260">
                <a:latin typeface="Century Gothic"/>
                <a:cs typeface="Century Gothic"/>
              </a:rPr>
              <a:t> </a:t>
            </a:r>
            <a:r>
              <a:rPr dirty="0" sz="3200" spc="-445">
                <a:latin typeface="Century Gothic"/>
                <a:cs typeface="Century Gothic"/>
              </a:rPr>
              <a:t>management</a:t>
            </a:r>
            <a:r>
              <a:rPr dirty="0" sz="3200" spc="-140">
                <a:latin typeface="Century Gothic"/>
                <a:cs typeface="Century Gothic"/>
              </a:rPr>
              <a:t> </a:t>
            </a:r>
            <a:r>
              <a:rPr dirty="0" sz="3200">
                <a:latin typeface="Century Gothic"/>
                <a:cs typeface="Century Gothic"/>
              </a:rPr>
              <a:t>in</a:t>
            </a:r>
            <a:r>
              <a:rPr dirty="0" sz="3200" spc="-145">
                <a:latin typeface="Century Gothic"/>
                <a:cs typeface="Century Gothic"/>
              </a:rPr>
              <a:t> </a:t>
            </a:r>
            <a:r>
              <a:rPr dirty="0" sz="3200" spc="-370">
                <a:latin typeface="Century Gothic"/>
                <a:cs typeface="Century Gothic"/>
              </a:rPr>
              <a:t>commercial </a:t>
            </a:r>
            <a:r>
              <a:rPr dirty="0" sz="3200" spc="-120">
                <a:latin typeface="Century Gothic"/>
                <a:cs typeface="Century Gothic"/>
              </a:rPr>
              <a:t>kitchens.</a:t>
            </a:r>
            <a:endParaRPr sz="3200">
              <a:latin typeface="Century Gothic"/>
              <a:cs typeface="Century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9669" y="3717995"/>
            <a:ext cx="10677524" cy="60102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" y="1138427"/>
            <a:ext cx="5165725" cy="7996555"/>
          </a:xfrm>
          <a:prstGeom prst="rect">
            <a:avLst/>
          </a:prstGeom>
          <a:solidFill>
            <a:srgbClr val="40B9D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5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45"/>
              </a:spcBef>
            </a:pPr>
            <a:endParaRPr sz="5400">
              <a:latin typeface="Times New Roman"/>
              <a:cs typeface="Times New Roman"/>
            </a:endParaRPr>
          </a:p>
          <a:p>
            <a:pPr algn="ctr" marR="148590">
              <a:lnSpc>
                <a:spcPct val="100000"/>
              </a:lnSpc>
            </a:pPr>
            <a:r>
              <a:rPr dirty="0" sz="5400" spc="-285">
                <a:solidFill>
                  <a:srgbClr val="FFFFFF"/>
                </a:solidFill>
                <a:latin typeface="Century Gothic"/>
                <a:cs typeface="Century Gothic"/>
              </a:rPr>
              <a:t>Future</a:t>
            </a:r>
            <a:r>
              <a:rPr dirty="0" sz="5400" spc="-2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5400" spc="-730">
                <a:solidFill>
                  <a:srgbClr val="FFFFFF"/>
                </a:solidFill>
                <a:latin typeface="Century Gothic"/>
                <a:cs typeface="Century Gothic"/>
              </a:rPr>
              <a:t>Scope</a:t>
            </a:r>
            <a:endParaRPr sz="5400">
              <a:latin typeface="Century Gothic"/>
              <a:cs typeface="Century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9198" y="1685753"/>
            <a:ext cx="12249149" cy="69047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840"/>
              <a:t>Thank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42307" y="6417817"/>
            <a:ext cx="2661285" cy="2099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600" spc="-2660" b="1">
                <a:solidFill>
                  <a:srgbClr val="40B9D1"/>
                </a:solidFill>
                <a:latin typeface="Century Gothic"/>
                <a:cs typeface="Century Gothic"/>
              </a:rPr>
              <a:t>Y</a:t>
            </a:r>
            <a:r>
              <a:rPr dirty="0" sz="13600" spc="-1180" b="1">
                <a:solidFill>
                  <a:srgbClr val="40B9D1"/>
                </a:solidFill>
                <a:latin typeface="Century Gothic"/>
                <a:cs typeface="Century Gothic"/>
              </a:rPr>
              <a:t>o</a:t>
            </a:r>
            <a:r>
              <a:rPr dirty="0" sz="13600" spc="-880" b="1">
                <a:solidFill>
                  <a:srgbClr val="40B9D1"/>
                </a:solidFill>
                <a:latin typeface="Century Gothic"/>
                <a:cs typeface="Century Gothic"/>
              </a:rPr>
              <a:t>u</a:t>
            </a:r>
            <a:endParaRPr sz="13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2026-10-10T04:05:31Z</dcterms:created>
  <dcterms:modified xsi:type="dcterms:W3CDTF">2026-10-10T04:05:31Z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2026-10-10T00:00:00Z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2026-10-10T00:00:00Z</vt:filetime>
  </property>
</Properties>
</file>